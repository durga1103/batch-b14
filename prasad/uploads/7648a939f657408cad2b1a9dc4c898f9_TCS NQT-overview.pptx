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85" r:id="rId1"/>
  </p:sldMasterIdLst>
  <p:notesMasterIdLst>
    <p:notesMasterId r:id="rId12"/>
  </p:notesMasterIdLst>
  <p:sldIdLst>
    <p:sldId id="256" r:id="rId2"/>
    <p:sldId id="257" r:id="rId3"/>
    <p:sldId id="320" r:id="rId4"/>
    <p:sldId id="292" r:id="rId5"/>
    <p:sldId id="321" r:id="rId6"/>
    <p:sldId id="322" r:id="rId7"/>
    <p:sldId id="323" r:id="rId8"/>
    <p:sldId id="324" r:id="rId9"/>
    <p:sldId id="325" r:id="rId10"/>
    <p:sldId id="32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IRAN KUMAR GANTA" userId="04d4457b2c6f4d58" providerId="LiveId" clId="{415B0607-3D18-4380-816B-9D66A004EED0}"/>
    <pc:docChg chg="custSel addSld modSld">
      <pc:chgData name="KIRAN KUMAR GANTA" userId="04d4457b2c6f4d58" providerId="LiveId" clId="{415B0607-3D18-4380-816B-9D66A004EED0}" dt="2022-12-03T13:27:18.705" v="6110" actId="20577"/>
      <pc:docMkLst>
        <pc:docMk/>
      </pc:docMkLst>
      <pc:sldChg chg="modSp mod">
        <pc:chgData name="KIRAN KUMAR GANTA" userId="04d4457b2c6f4d58" providerId="LiveId" clId="{415B0607-3D18-4380-816B-9D66A004EED0}" dt="2022-11-22T09:44:02.084" v="109" actId="113"/>
        <pc:sldMkLst>
          <pc:docMk/>
          <pc:sldMk cId="2745039445" sldId="259"/>
        </pc:sldMkLst>
        <pc:spChg chg="mod">
          <ac:chgData name="KIRAN KUMAR GANTA" userId="04d4457b2c6f4d58" providerId="LiveId" clId="{415B0607-3D18-4380-816B-9D66A004EED0}" dt="2022-11-22T09:44:02.084" v="109" actId="113"/>
          <ac:spMkLst>
            <pc:docMk/>
            <pc:sldMk cId="2745039445" sldId="259"/>
            <ac:spMk id="3" creationId="{3F7F7275-821A-7B23-BE3E-B9410147340D}"/>
          </ac:spMkLst>
        </pc:spChg>
      </pc:sldChg>
      <pc:sldChg chg="delSp modSp new mod">
        <pc:chgData name="KIRAN KUMAR GANTA" userId="04d4457b2c6f4d58" providerId="LiveId" clId="{415B0607-3D18-4380-816B-9D66A004EED0}" dt="2022-11-22T09:45:58.981" v="253" actId="113"/>
        <pc:sldMkLst>
          <pc:docMk/>
          <pc:sldMk cId="3259336835" sldId="260"/>
        </pc:sldMkLst>
        <pc:spChg chg="del mod">
          <ac:chgData name="KIRAN KUMAR GANTA" userId="04d4457b2c6f4d58" providerId="LiveId" clId="{415B0607-3D18-4380-816B-9D66A004EED0}" dt="2022-11-22T09:44:16.597" v="112" actId="478"/>
          <ac:spMkLst>
            <pc:docMk/>
            <pc:sldMk cId="3259336835" sldId="260"/>
            <ac:spMk id="2" creationId="{C99E18C2-BC0C-7ED6-C1EA-F75EE7BAD2FC}"/>
          </ac:spMkLst>
        </pc:spChg>
        <pc:spChg chg="mod">
          <ac:chgData name="KIRAN KUMAR GANTA" userId="04d4457b2c6f4d58" providerId="LiveId" clId="{415B0607-3D18-4380-816B-9D66A004EED0}" dt="2022-11-22T09:45:58.981" v="253" actId="113"/>
          <ac:spMkLst>
            <pc:docMk/>
            <pc:sldMk cId="3259336835" sldId="260"/>
            <ac:spMk id="3" creationId="{BD0CAEFC-D594-A38A-CE5E-25A0316665E1}"/>
          </ac:spMkLst>
        </pc:spChg>
      </pc:sldChg>
      <pc:sldChg chg="delSp modSp new mod">
        <pc:chgData name="KIRAN KUMAR GANTA" userId="04d4457b2c6f4d58" providerId="LiveId" clId="{415B0607-3D18-4380-816B-9D66A004EED0}" dt="2022-11-22T09:47:48.159" v="368" actId="113"/>
        <pc:sldMkLst>
          <pc:docMk/>
          <pc:sldMk cId="3231654361" sldId="261"/>
        </pc:sldMkLst>
        <pc:spChg chg="del mod">
          <ac:chgData name="KIRAN KUMAR GANTA" userId="04d4457b2c6f4d58" providerId="LiveId" clId="{415B0607-3D18-4380-816B-9D66A004EED0}" dt="2022-11-22T09:46:11.354" v="256" actId="478"/>
          <ac:spMkLst>
            <pc:docMk/>
            <pc:sldMk cId="3231654361" sldId="261"/>
            <ac:spMk id="2" creationId="{B92F98AE-B313-6351-8B77-07F241C7A521}"/>
          </ac:spMkLst>
        </pc:spChg>
        <pc:spChg chg="mod">
          <ac:chgData name="KIRAN KUMAR GANTA" userId="04d4457b2c6f4d58" providerId="LiveId" clId="{415B0607-3D18-4380-816B-9D66A004EED0}" dt="2022-11-22T09:47:48.159" v="368" actId="113"/>
          <ac:spMkLst>
            <pc:docMk/>
            <pc:sldMk cId="3231654361" sldId="261"/>
            <ac:spMk id="3" creationId="{0A237550-1DE1-9F96-6294-BBF931B4F42B}"/>
          </ac:spMkLst>
        </pc:spChg>
      </pc:sldChg>
      <pc:sldChg chg="delSp modSp new mod">
        <pc:chgData name="KIRAN KUMAR GANTA" userId="04d4457b2c6f4d58" providerId="LiveId" clId="{415B0607-3D18-4380-816B-9D66A004EED0}" dt="2022-11-22T09:49:35.756" v="490" actId="113"/>
        <pc:sldMkLst>
          <pc:docMk/>
          <pc:sldMk cId="2471644895" sldId="262"/>
        </pc:sldMkLst>
        <pc:spChg chg="del mod">
          <ac:chgData name="KIRAN KUMAR GANTA" userId="04d4457b2c6f4d58" providerId="LiveId" clId="{415B0607-3D18-4380-816B-9D66A004EED0}" dt="2022-11-22T09:48:00.071" v="371" actId="478"/>
          <ac:spMkLst>
            <pc:docMk/>
            <pc:sldMk cId="2471644895" sldId="262"/>
            <ac:spMk id="2" creationId="{000AA207-4125-EFA2-9E98-39906A0019E9}"/>
          </ac:spMkLst>
        </pc:spChg>
        <pc:spChg chg="mod">
          <ac:chgData name="KIRAN KUMAR GANTA" userId="04d4457b2c6f4d58" providerId="LiveId" clId="{415B0607-3D18-4380-816B-9D66A004EED0}" dt="2022-11-22T09:49:35.756" v="490" actId="113"/>
          <ac:spMkLst>
            <pc:docMk/>
            <pc:sldMk cId="2471644895" sldId="262"/>
            <ac:spMk id="3" creationId="{ED5E6109-DE52-D3E6-2B6D-0F9DD5E9BD64}"/>
          </ac:spMkLst>
        </pc:spChg>
      </pc:sldChg>
      <pc:sldChg chg="delSp modSp new mod">
        <pc:chgData name="KIRAN KUMAR GANTA" userId="04d4457b2c6f4d58" providerId="LiveId" clId="{415B0607-3D18-4380-816B-9D66A004EED0}" dt="2022-11-22T09:51:13.335" v="609" actId="113"/>
        <pc:sldMkLst>
          <pc:docMk/>
          <pc:sldMk cId="3406206606" sldId="263"/>
        </pc:sldMkLst>
        <pc:spChg chg="del mod">
          <ac:chgData name="KIRAN KUMAR GANTA" userId="04d4457b2c6f4d58" providerId="LiveId" clId="{415B0607-3D18-4380-816B-9D66A004EED0}" dt="2022-11-22T09:49:42.789" v="493" actId="478"/>
          <ac:spMkLst>
            <pc:docMk/>
            <pc:sldMk cId="3406206606" sldId="263"/>
            <ac:spMk id="2" creationId="{47AD252D-8EA7-E794-9CA2-A244515ADA72}"/>
          </ac:spMkLst>
        </pc:spChg>
        <pc:spChg chg="mod">
          <ac:chgData name="KIRAN KUMAR GANTA" userId="04d4457b2c6f4d58" providerId="LiveId" clId="{415B0607-3D18-4380-816B-9D66A004EED0}" dt="2022-11-22T09:51:13.335" v="609" actId="113"/>
          <ac:spMkLst>
            <pc:docMk/>
            <pc:sldMk cId="3406206606" sldId="263"/>
            <ac:spMk id="3" creationId="{83435682-F3C7-456E-8725-FBF18D75BED0}"/>
          </ac:spMkLst>
        </pc:spChg>
      </pc:sldChg>
      <pc:sldChg chg="delSp modSp new mod">
        <pc:chgData name="KIRAN KUMAR GANTA" userId="04d4457b2c6f4d58" providerId="LiveId" clId="{415B0607-3D18-4380-816B-9D66A004EED0}" dt="2022-11-22T09:52:56.447" v="734" actId="113"/>
        <pc:sldMkLst>
          <pc:docMk/>
          <pc:sldMk cId="2366335118" sldId="264"/>
        </pc:sldMkLst>
        <pc:spChg chg="del mod">
          <ac:chgData name="KIRAN KUMAR GANTA" userId="04d4457b2c6f4d58" providerId="LiveId" clId="{415B0607-3D18-4380-816B-9D66A004EED0}" dt="2022-11-22T09:51:26.456" v="612" actId="478"/>
          <ac:spMkLst>
            <pc:docMk/>
            <pc:sldMk cId="2366335118" sldId="264"/>
            <ac:spMk id="2" creationId="{700A2CCF-64AC-D193-C5D6-C51F72224C5B}"/>
          </ac:spMkLst>
        </pc:spChg>
        <pc:spChg chg="mod">
          <ac:chgData name="KIRAN KUMAR GANTA" userId="04d4457b2c6f4d58" providerId="LiveId" clId="{415B0607-3D18-4380-816B-9D66A004EED0}" dt="2022-11-22T09:52:56.447" v="734" actId="113"/>
          <ac:spMkLst>
            <pc:docMk/>
            <pc:sldMk cId="2366335118" sldId="264"/>
            <ac:spMk id="3" creationId="{12232249-F00A-336E-BF6A-27A16CE2F241}"/>
          </ac:spMkLst>
        </pc:spChg>
      </pc:sldChg>
      <pc:sldChg chg="delSp modSp new mod">
        <pc:chgData name="KIRAN KUMAR GANTA" userId="04d4457b2c6f4d58" providerId="LiveId" clId="{415B0607-3D18-4380-816B-9D66A004EED0}" dt="2022-11-22T09:54:43.339" v="856" actId="113"/>
        <pc:sldMkLst>
          <pc:docMk/>
          <pc:sldMk cId="3726046492" sldId="265"/>
        </pc:sldMkLst>
        <pc:spChg chg="del mod">
          <ac:chgData name="KIRAN KUMAR GANTA" userId="04d4457b2c6f4d58" providerId="LiveId" clId="{415B0607-3D18-4380-816B-9D66A004EED0}" dt="2022-11-22T09:53:05.392" v="737" actId="478"/>
          <ac:spMkLst>
            <pc:docMk/>
            <pc:sldMk cId="3726046492" sldId="265"/>
            <ac:spMk id="2" creationId="{A1B099E4-C240-C94B-53B7-D1EE52C04EBE}"/>
          </ac:spMkLst>
        </pc:spChg>
        <pc:spChg chg="mod">
          <ac:chgData name="KIRAN KUMAR GANTA" userId="04d4457b2c6f4d58" providerId="LiveId" clId="{415B0607-3D18-4380-816B-9D66A004EED0}" dt="2022-11-22T09:54:43.339" v="856" actId="113"/>
          <ac:spMkLst>
            <pc:docMk/>
            <pc:sldMk cId="3726046492" sldId="265"/>
            <ac:spMk id="3" creationId="{9F32EDFA-9473-79EE-0F35-48D6FE17308F}"/>
          </ac:spMkLst>
        </pc:spChg>
      </pc:sldChg>
      <pc:sldChg chg="delSp modSp new mod">
        <pc:chgData name="KIRAN KUMAR GANTA" userId="04d4457b2c6f4d58" providerId="LiveId" clId="{415B0607-3D18-4380-816B-9D66A004EED0}" dt="2022-11-22T09:56:56.173" v="987" actId="113"/>
        <pc:sldMkLst>
          <pc:docMk/>
          <pc:sldMk cId="1208186571" sldId="266"/>
        </pc:sldMkLst>
        <pc:spChg chg="del mod">
          <ac:chgData name="KIRAN KUMAR GANTA" userId="04d4457b2c6f4d58" providerId="LiveId" clId="{415B0607-3D18-4380-816B-9D66A004EED0}" dt="2022-11-22T09:55:10.225" v="859" actId="478"/>
          <ac:spMkLst>
            <pc:docMk/>
            <pc:sldMk cId="1208186571" sldId="266"/>
            <ac:spMk id="2" creationId="{51117EEC-5E2D-DC41-081A-DE5B29DCAD03}"/>
          </ac:spMkLst>
        </pc:spChg>
        <pc:spChg chg="mod">
          <ac:chgData name="KIRAN KUMAR GANTA" userId="04d4457b2c6f4d58" providerId="LiveId" clId="{415B0607-3D18-4380-816B-9D66A004EED0}" dt="2022-11-22T09:56:56.173" v="987" actId="113"/>
          <ac:spMkLst>
            <pc:docMk/>
            <pc:sldMk cId="1208186571" sldId="266"/>
            <ac:spMk id="3" creationId="{F1C208E4-8FE0-3F9B-F449-7A80C294134C}"/>
          </ac:spMkLst>
        </pc:spChg>
      </pc:sldChg>
      <pc:sldChg chg="delSp modSp new mod">
        <pc:chgData name="KIRAN KUMAR GANTA" userId="04d4457b2c6f4d58" providerId="LiveId" clId="{415B0607-3D18-4380-816B-9D66A004EED0}" dt="2022-11-22T09:59:46.615" v="1143" actId="113"/>
        <pc:sldMkLst>
          <pc:docMk/>
          <pc:sldMk cId="1105230622" sldId="267"/>
        </pc:sldMkLst>
        <pc:spChg chg="del mod">
          <ac:chgData name="KIRAN KUMAR GANTA" userId="04d4457b2c6f4d58" providerId="LiveId" clId="{415B0607-3D18-4380-816B-9D66A004EED0}" dt="2022-11-22T09:57:06.958" v="990" actId="478"/>
          <ac:spMkLst>
            <pc:docMk/>
            <pc:sldMk cId="1105230622" sldId="267"/>
            <ac:spMk id="2" creationId="{A9803699-48FA-E108-82F9-8F99BEB1DDE4}"/>
          </ac:spMkLst>
        </pc:spChg>
        <pc:spChg chg="mod">
          <ac:chgData name="KIRAN KUMAR GANTA" userId="04d4457b2c6f4d58" providerId="LiveId" clId="{415B0607-3D18-4380-816B-9D66A004EED0}" dt="2022-11-22T09:59:46.615" v="1143" actId="113"/>
          <ac:spMkLst>
            <pc:docMk/>
            <pc:sldMk cId="1105230622" sldId="267"/>
            <ac:spMk id="3" creationId="{4FE0DC40-B0EA-D63B-E4B6-70164DE9D2E3}"/>
          </ac:spMkLst>
        </pc:spChg>
      </pc:sldChg>
      <pc:sldChg chg="delSp modSp new mod">
        <pc:chgData name="KIRAN KUMAR GANTA" userId="04d4457b2c6f4d58" providerId="LiveId" clId="{415B0607-3D18-4380-816B-9D66A004EED0}" dt="2022-11-22T10:02:17.532" v="1283" actId="113"/>
        <pc:sldMkLst>
          <pc:docMk/>
          <pc:sldMk cId="921741312" sldId="268"/>
        </pc:sldMkLst>
        <pc:spChg chg="del mod">
          <ac:chgData name="KIRAN KUMAR GANTA" userId="04d4457b2c6f4d58" providerId="LiveId" clId="{415B0607-3D18-4380-816B-9D66A004EED0}" dt="2022-11-22T09:59:55.647" v="1146" actId="478"/>
          <ac:spMkLst>
            <pc:docMk/>
            <pc:sldMk cId="921741312" sldId="268"/>
            <ac:spMk id="2" creationId="{04D77D2A-BBD0-DE84-C6A0-43773C1F5757}"/>
          </ac:spMkLst>
        </pc:spChg>
        <pc:spChg chg="mod">
          <ac:chgData name="KIRAN KUMAR GANTA" userId="04d4457b2c6f4d58" providerId="LiveId" clId="{415B0607-3D18-4380-816B-9D66A004EED0}" dt="2022-11-22T10:02:17.532" v="1283" actId="113"/>
          <ac:spMkLst>
            <pc:docMk/>
            <pc:sldMk cId="921741312" sldId="268"/>
            <ac:spMk id="3" creationId="{837DD3FD-F0EB-8CF6-8476-A685D9C43EF1}"/>
          </ac:spMkLst>
        </pc:spChg>
      </pc:sldChg>
      <pc:sldChg chg="delSp modSp new mod">
        <pc:chgData name="KIRAN KUMAR GANTA" userId="04d4457b2c6f4d58" providerId="LiveId" clId="{415B0607-3D18-4380-816B-9D66A004EED0}" dt="2022-11-22T10:04:53.768" v="1456" actId="113"/>
        <pc:sldMkLst>
          <pc:docMk/>
          <pc:sldMk cId="3188229740" sldId="269"/>
        </pc:sldMkLst>
        <pc:spChg chg="del mod">
          <ac:chgData name="KIRAN KUMAR GANTA" userId="04d4457b2c6f4d58" providerId="LiveId" clId="{415B0607-3D18-4380-816B-9D66A004EED0}" dt="2022-11-22T10:02:25.180" v="1286" actId="478"/>
          <ac:spMkLst>
            <pc:docMk/>
            <pc:sldMk cId="3188229740" sldId="269"/>
            <ac:spMk id="2" creationId="{65A2866E-01DA-5730-F139-DAEA0DF26248}"/>
          </ac:spMkLst>
        </pc:spChg>
        <pc:spChg chg="mod">
          <ac:chgData name="KIRAN KUMAR GANTA" userId="04d4457b2c6f4d58" providerId="LiveId" clId="{415B0607-3D18-4380-816B-9D66A004EED0}" dt="2022-11-22T10:04:53.768" v="1456" actId="113"/>
          <ac:spMkLst>
            <pc:docMk/>
            <pc:sldMk cId="3188229740" sldId="269"/>
            <ac:spMk id="3" creationId="{4D6EDC61-D907-181C-909A-F0EF15A8407C}"/>
          </ac:spMkLst>
        </pc:spChg>
      </pc:sldChg>
      <pc:sldChg chg="delSp modSp new mod">
        <pc:chgData name="KIRAN KUMAR GANTA" userId="04d4457b2c6f4d58" providerId="LiveId" clId="{415B0607-3D18-4380-816B-9D66A004EED0}" dt="2022-11-22T10:07:37.006" v="1631" actId="123"/>
        <pc:sldMkLst>
          <pc:docMk/>
          <pc:sldMk cId="1343770880" sldId="270"/>
        </pc:sldMkLst>
        <pc:spChg chg="del mod">
          <ac:chgData name="KIRAN KUMAR GANTA" userId="04d4457b2c6f4d58" providerId="LiveId" clId="{415B0607-3D18-4380-816B-9D66A004EED0}" dt="2022-11-22T10:05:03.868" v="1459" actId="478"/>
          <ac:spMkLst>
            <pc:docMk/>
            <pc:sldMk cId="1343770880" sldId="270"/>
            <ac:spMk id="2" creationId="{70195E2B-9811-C77D-1275-65B827A46264}"/>
          </ac:spMkLst>
        </pc:spChg>
        <pc:spChg chg="mod">
          <ac:chgData name="KIRAN KUMAR GANTA" userId="04d4457b2c6f4d58" providerId="LiveId" clId="{415B0607-3D18-4380-816B-9D66A004EED0}" dt="2022-11-22T10:07:37.006" v="1631" actId="123"/>
          <ac:spMkLst>
            <pc:docMk/>
            <pc:sldMk cId="1343770880" sldId="270"/>
            <ac:spMk id="3" creationId="{1FEB0B71-DE53-634B-274E-6F27A9B49692}"/>
          </ac:spMkLst>
        </pc:spChg>
      </pc:sldChg>
      <pc:sldChg chg="delSp modSp new mod">
        <pc:chgData name="KIRAN KUMAR GANTA" userId="04d4457b2c6f4d58" providerId="LiveId" clId="{415B0607-3D18-4380-816B-9D66A004EED0}" dt="2022-11-22T10:10:35.974" v="1858" actId="123"/>
        <pc:sldMkLst>
          <pc:docMk/>
          <pc:sldMk cId="2758500736" sldId="271"/>
        </pc:sldMkLst>
        <pc:spChg chg="del mod">
          <ac:chgData name="KIRAN KUMAR GANTA" userId="04d4457b2c6f4d58" providerId="LiveId" clId="{415B0607-3D18-4380-816B-9D66A004EED0}" dt="2022-11-22T10:07:47.174" v="1634" actId="478"/>
          <ac:spMkLst>
            <pc:docMk/>
            <pc:sldMk cId="2758500736" sldId="271"/>
            <ac:spMk id="2" creationId="{EFDCD9D6-3741-07CB-6466-D105E37F06DA}"/>
          </ac:spMkLst>
        </pc:spChg>
        <pc:spChg chg="mod">
          <ac:chgData name="KIRAN KUMAR GANTA" userId="04d4457b2c6f4d58" providerId="LiveId" clId="{415B0607-3D18-4380-816B-9D66A004EED0}" dt="2022-11-22T10:10:35.974" v="1858" actId="123"/>
          <ac:spMkLst>
            <pc:docMk/>
            <pc:sldMk cId="2758500736" sldId="271"/>
            <ac:spMk id="3" creationId="{84B8E209-D197-54D2-FA90-614220DCAA3C}"/>
          </ac:spMkLst>
        </pc:spChg>
      </pc:sldChg>
      <pc:sldChg chg="delSp modSp new mod">
        <pc:chgData name="KIRAN KUMAR GANTA" userId="04d4457b2c6f4d58" providerId="LiveId" clId="{415B0607-3D18-4380-816B-9D66A004EED0}" dt="2022-11-22T10:13:59.747" v="2077" actId="123"/>
        <pc:sldMkLst>
          <pc:docMk/>
          <pc:sldMk cId="3653190127" sldId="272"/>
        </pc:sldMkLst>
        <pc:spChg chg="del mod">
          <ac:chgData name="KIRAN KUMAR GANTA" userId="04d4457b2c6f4d58" providerId="LiveId" clId="{415B0607-3D18-4380-816B-9D66A004EED0}" dt="2022-11-22T10:10:43.954" v="1861" actId="478"/>
          <ac:spMkLst>
            <pc:docMk/>
            <pc:sldMk cId="3653190127" sldId="272"/>
            <ac:spMk id="2" creationId="{78291E25-DB65-D67D-55E1-1C04E811F0A3}"/>
          </ac:spMkLst>
        </pc:spChg>
        <pc:spChg chg="mod">
          <ac:chgData name="KIRAN KUMAR GANTA" userId="04d4457b2c6f4d58" providerId="LiveId" clId="{415B0607-3D18-4380-816B-9D66A004EED0}" dt="2022-11-22T10:13:59.747" v="2077" actId="123"/>
          <ac:spMkLst>
            <pc:docMk/>
            <pc:sldMk cId="3653190127" sldId="272"/>
            <ac:spMk id="3" creationId="{506F231C-6208-F025-E6AF-A625BE35EB83}"/>
          </ac:spMkLst>
        </pc:spChg>
      </pc:sldChg>
      <pc:sldChg chg="addSp delSp modSp new mod">
        <pc:chgData name="KIRAN KUMAR GANTA" userId="04d4457b2c6f4d58" providerId="LiveId" clId="{415B0607-3D18-4380-816B-9D66A004EED0}" dt="2022-11-23T00:22:07.413" v="2634" actId="123"/>
        <pc:sldMkLst>
          <pc:docMk/>
          <pc:sldMk cId="3695859695" sldId="273"/>
        </pc:sldMkLst>
        <pc:spChg chg="del mod">
          <ac:chgData name="KIRAN KUMAR GANTA" userId="04d4457b2c6f4d58" providerId="LiveId" clId="{415B0607-3D18-4380-816B-9D66A004EED0}" dt="2022-11-22T10:14:55.718" v="2080" actId="478"/>
          <ac:spMkLst>
            <pc:docMk/>
            <pc:sldMk cId="3695859695" sldId="273"/>
            <ac:spMk id="2" creationId="{94BB2080-21D0-F1DE-A9D1-FCD4990E2124}"/>
          </ac:spMkLst>
        </pc:spChg>
        <pc:spChg chg="mod">
          <ac:chgData name="KIRAN KUMAR GANTA" userId="04d4457b2c6f4d58" providerId="LiveId" clId="{415B0607-3D18-4380-816B-9D66A004EED0}" dt="2022-11-23T00:22:07.413" v="2634" actId="123"/>
          <ac:spMkLst>
            <pc:docMk/>
            <pc:sldMk cId="3695859695" sldId="273"/>
            <ac:spMk id="3" creationId="{08FB23B5-8DA9-7542-5D8E-8BA2B36C5599}"/>
          </ac:spMkLst>
        </pc:spChg>
        <pc:spChg chg="add mod">
          <ac:chgData name="KIRAN KUMAR GANTA" userId="04d4457b2c6f4d58" providerId="LiveId" clId="{415B0607-3D18-4380-816B-9D66A004EED0}" dt="2022-11-22T10:47:23.601" v="2338" actId="20577"/>
          <ac:spMkLst>
            <pc:docMk/>
            <pc:sldMk cId="3695859695" sldId="273"/>
            <ac:spMk id="4" creationId="{0386C79C-5562-CBCF-7E50-5E77E83F5C66}"/>
          </ac:spMkLst>
        </pc:spChg>
      </pc:sldChg>
      <pc:sldChg chg="delSp modSp new mod">
        <pc:chgData name="KIRAN KUMAR GANTA" userId="04d4457b2c6f4d58" providerId="LiveId" clId="{415B0607-3D18-4380-816B-9D66A004EED0}" dt="2022-11-23T00:25:42.108" v="2859" actId="123"/>
        <pc:sldMkLst>
          <pc:docMk/>
          <pc:sldMk cId="2026968352" sldId="274"/>
        </pc:sldMkLst>
        <pc:spChg chg="del mod">
          <ac:chgData name="KIRAN KUMAR GANTA" userId="04d4457b2c6f4d58" providerId="LiveId" clId="{415B0607-3D18-4380-816B-9D66A004EED0}" dt="2022-11-23T00:22:23.940" v="2637" actId="478"/>
          <ac:spMkLst>
            <pc:docMk/>
            <pc:sldMk cId="2026968352" sldId="274"/>
            <ac:spMk id="2" creationId="{150100BA-6C40-A5E0-D970-7D222207E89F}"/>
          </ac:spMkLst>
        </pc:spChg>
        <pc:spChg chg="mod">
          <ac:chgData name="KIRAN KUMAR GANTA" userId="04d4457b2c6f4d58" providerId="LiveId" clId="{415B0607-3D18-4380-816B-9D66A004EED0}" dt="2022-11-23T00:25:42.108" v="2859" actId="123"/>
          <ac:spMkLst>
            <pc:docMk/>
            <pc:sldMk cId="2026968352" sldId="274"/>
            <ac:spMk id="3" creationId="{668703F4-1813-892A-D70C-11718D503101}"/>
          </ac:spMkLst>
        </pc:spChg>
      </pc:sldChg>
      <pc:sldChg chg="delSp modSp new mod">
        <pc:chgData name="KIRAN KUMAR GANTA" userId="04d4457b2c6f4d58" providerId="LiveId" clId="{415B0607-3D18-4380-816B-9D66A004EED0}" dt="2022-11-23T00:28:56.357" v="3087" actId="123"/>
        <pc:sldMkLst>
          <pc:docMk/>
          <pc:sldMk cId="2957383491" sldId="275"/>
        </pc:sldMkLst>
        <pc:spChg chg="del mod">
          <ac:chgData name="KIRAN KUMAR GANTA" userId="04d4457b2c6f4d58" providerId="LiveId" clId="{415B0607-3D18-4380-816B-9D66A004EED0}" dt="2022-11-23T00:25:52.933" v="2862" actId="478"/>
          <ac:spMkLst>
            <pc:docMk/>
            <pc:sldMk cId="2957383491" sldId="275"/>
            <ac:spMk id="2" creationId="{6B4DC175-5F8F-02D1-67EF-989E7DD6CB0E}"/>
          </ac:spMkLst>
        </pc:spChg>
        <pc:spChg chg="mod">
          <ac:chgData name="KIRAN KUMAR GANTA" userId="04d4457b2c6f4d58" providerId="LiveId" clId="{415B0607-3D18-4380-816B-9D66A004EED0}" dt="2022-11-23T00:28:56.357" v="3087" actId="123"/>
          <ac:spMkLst>
            <pc:docMk/>
            <pc:sldMk cId="2957383491" sldId="275"/>
            <ac:spMk id="3" creationId="{9C531A27-11BB-3D0C-6631-5379D78E199B}"/>
          </ac:spMkLst>
        </pc:spChg>
      </pc:sldChg>
      <pc:sldChg chg="delSp modSp new mod">
        <pc:chgData name="KIRAN KUMAR GANTA" userId="04d4457b2c6f4d58" providerId="LiveId" clId="{415B0607-3D18-4380-816B-9D66A004EED0}" dt="2022-11-23T00:34:22.033" v="3367" actId="14100"/>
        <pc:sldMkLst>
          <pc:docMk/>
          <pc:sldMk cId="2146524995" sldId="276"/>
        </pc:sldMkLst>
        <pc:spChg chg="del">
          <ac:chgData name="KIRAN KUMAR GANTA" userId="04d4457b2c6f4d58" providerId="LiveId" clId="{415B0607-3D18-4380-816B-9D66A004EED0}" dt="2022-11-23T00:29:08.611" v="3089" actId="478"/>
          <ac:spMkLst>
            <pc:docMk/>
            <pc:sldMk cId="2146524995" sldId="276"/>
            <ac:spMk id="2" creationId="{16BE8993-1ECF-8345-24B7-572F81021BD5}"/>
          </ac:spMkLst>
        </pc:spChg>
        <pc:spChg chg="mod">
          <ac:chgData name="KIRAN KUMAR GANTA" userId="04d4457b2c6f4d58" providerId="LiveId" clId="{415B0607-3D18-4380-816B-9D66A004EED0}" dt="2022-11-23T00:34:22.033" v="3367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delSp modSp new mod">
        <pc:chgData name="KIRAN KUMAR GANTA" userId="04d4457b2c6f4d58" providerId="LiveId" clId="{415B0607-3D18-4380-816B-9D66A004EED0}" dt="2022-11-23T00:41:50.348" v="3594" actId="123"/>
        <pc:sldMkLst>
          <pc:docMk/>
          <pc:sldMk cId="1414182164" sldId="277"/>
        </pc:sldMkLst>
        <pc:spChg chg="del mod">
          <ac:chgData name="KIRAN KUMAR GANTA" userId="04d4457b2c6f4d58" providerId="LiveId" clId="{415B0607-3D18-4380-816B-9D66A004EED0}" dt="2022-11-23T00:34:40.034" v="3370" actId="478"/>
          <ac:spMkLst>
            <pc:docMk/>
            <pc:sldMk cId="1414182164" sldId="277"/>
            <ac:spMk id="2" creationId="{6251E59C-7F51-2616-1C3F-48746BCD2CA9}"/>
          </ac:spMkLst>
        </pc:spChg>
        <pc:spChg chg="mod">
          <ac:chgData name="KIRAN KUMAR GANTA" userId="04d4457b2c6f4d58" providerId="LiveId" clId="{415B0607-3D18-4380-816B-9D66A004EED0}" dt="2022-11-23T00:41:50.348" v="3594" actId="123"/>
          <ac:spMkLst>
            <pc:docMk/>
            <pc:sldMk cId="1414182164" sldId="277"/>
            <ac:spMk id="3" creationId="{BBA4833D-A393-F722-CAA9-C34A2200418A}"/>
          </ac:spMkLst>
        </pc:spChg>
      </pc:sldChg>
      <pc:sldChg chg="delSp modSp new mod">
        <pc:chgData name="KIRAN KUMAR GANTA" userId="04d4457b2c6f4d58" providerId="LiveId" clId="{415B0607-3D18-4380-816B-9D66A004EED0}" dt="2022-11-23T00:45:58.846" v="3789" actId="123"/>
        <pc:sldMkLst>
          <pc:docMk/>
          <pc:sldMk cId="3434561862" sldId="278"/>
        </pc:sldMkLst>
        <pc:spChg chg="del mod">
          <ac:chgData name="KIRAN KUMAR GANTA" userId="04d4457b2c6f4d58" providerId="LiveId" clId="{415B0607-3D18-4380-816B-9D66A004EED0}" dt="2022-11-23T00:42:01.803" v="3597" actId="478"/>
          <ac:spMkLst>
            <pc:docMk/>
            <pc:sldMk cId="3434561862" sldId="278"/>
            <ac:spMk id="2" creationId="{51FD3476-EC2A-18A1-8DFC-50FFB694F4A4}"/>
          </ac:spMkLst>
        </pc:spChg>
        <pc:spChg chg="mod">
          <ac:chgData name="KIRAN KUMAR GANTA" userId="04d4457b2c6f4d58" providerId="LiveId" clId="{415B0607-3D18-4380-816B-9D66A004EED0}" dt="2022-11-23T00:45:58.846" v="3789" actId="123"/>
          <ac:spMkLst>
            <pc:docMk/>
            <pc:sldMk cId="3434561862" sldId="278"/>
            <ac:spMk id="3" creationId="{F1CC810F-4B1C-0B6C-E977-549B0ADCCC3B}"/>
          </ac:spMkLst>
        </pc:spChg>
      </pc:sldChg>
      <pc:sldChg chg="delSp modSp new mod">
        <pc:chgData name="KIRAN KUMAR GANTA" userId="04d4457b2c6f4d58" providerId="LiveId" clId="{415B0607-3D18-4380-816B-9D66A004EED0}" dt="2022-11-23T00:48:57.612" v="3974" actId="123"/>
        <pc:sldMkLst>
          <pc:docMk/>
          <pc:sldMk cId="3425082150" sldId="279"/>
        </pc:sldMkLst>
        <pc:spChg chg="del mod">
          <ac:chgData name="KIRAN KUMAR GANTA" userId="04d4457b2c6f4d58" providerId="LiveId" clId="{415B0607-3D18-4380-816B-9D66A004EED0}" dt="2022-11-23T00:46:06.762" v="3792" actId="478"/>
          <ac:spMkLst>
            <pc:docMk/>
            <pc:sldMk cId="3425082150" sldId="279"/>
            <ac:spMk id="2" creationId="{04D80463-BE7B-ED63-7CF7-8B00AAF58365}"/>
          </ac:spMkLst>
        </pc:spChg>
        <pc:spChg chg="mod">
          <ac:chgData name="KIRAN KUMAR GANTA" userId="04d4457b2c6f4d58" providerId="LiveId" clId="{415B0607-3D18-4380-816B-9D66A004EED0}" dt="2022-11-23T00:48:57.612" v="3974" actId="123"/>
          <ac:spMkLst>
            <pc:docMk/>
            <pc:sldMk cId="3425082150" sldId="279"/>
            <ac:spMk id="3" creationId="{98EAFA4C-BD9E-0554-C08A-C8929C9E1305}"/>
          </ac:spMkLst>
        </pc:spChg>
      </pc:sldChg>
      <pc:sldChg chg="delSp modSp new mod">
        <pc:chgData name="KIRAN KUMAR GANTA" userId="04d4457b2c6f4d58" providerId="LiveId" clId="{415B0607-3D18-4380-816B-9D66A004EED0}" dt="2022-11-23T00:51:35.466" v="4163" actId="123"/>
        <pc:sldMkLst>
          <pc:docMk/>
          <pc:sldMk cId="2076612004" sldId="280"/>
        </pc:sldMkLst>
        <pc:spChg chg="del mod">
          <ac:chgData name="KIRAN KUMAR GANTA" userId="04d4457b2c6f4d58" providerId="LiveId" clId="{415B0607-3D18-4380-816B-9D66A004EED0}" dt="2022-11-23T00:49:08.086" v="3977" actId="478"/>
          <ac:spMkLst>
            <pc:docMk/>
            <pc:sldMk cId="2076612004" sldId="280"/>
            <ac:spMk id="2" creationId="{32E994F3-2019-6BB5-6074-5471C45CE759}"/>
          </ac:spMkLst>
        </pc:spChg>
        <pc:spChg chg="mod">
          <ac:chgData name="KIRAN KUMAR GANTA" userId="04d4457b2c6f4d58" providerId="LiveId" clId="{415B0607-3D18-4380-816B-9D66A004EED0}" dt="2022-11-23T00:51:35.466" v="4163" actId="123"/>
          <ac:spMkLst>
            <pc:docMk/>
            <pc:sldMk cId="2076612004" sldId="280"/>
            <ac:spMk id="3" creationId="{C9242765-0CE3-2B9A-CE0B-990E2FFC66CC}"/>
          </ac:spMkLst>
        </pc:spChg>
      </pc:sldChg>
      <pc:sldChg chg="delSp modSp new mod">
        <pc:chgData name="KIRAN KUMAR GANTA" userId="04d4457b2c6f4d58" providerId="LiveId" clId="{415B0607-3D18-4380-816B-9D66A004EED0}" dt="2022-11-23T00:55:14.908" v="4405" actId="123"/>
        <pc:sldMkLst>
          <pc:docMk/>
          <pc:sldMk cId="2711076953" sldId="281"/>
        </pc:sldMkLst>
        <pc:spChg chg="del mod">
          <ac:chgData name="KIRAN KUMAR GANTA" userId="04d4457b2c6f4d58" providerId="LiveId" clId="{415B0607-3D18-4380-816B-9D66A004EED0}" dt="2022-11-23T00:51:44.714" v="4166" actId="478"/>
          <ac:spMkLst>
            <pc:docMk/>
            <pc:sldMk cId="2711076953" sldId="281"/>
            <ac:spMk id="2" creationId="{FF2080A3-272E-BDE3-98DB-B27B0EF8FD2A}"/>
          </ac:spMkLst>
        </pc:spChg>
        <pc:spChg chg="mod">
          <ac:chgData name="KIRAN KUMAR GANTA" userId="04d4457b2c6f4d58" providerId="LiveId" clId="{415B0607-3D18-4380-816B-9D66A004EED0}" dt="2022-11-23T00:55:14.908" v="4405" actId="123"/>
          <ac:spMkLst>
            <pc:docMk/>
            <pc:sldMk cId="2711076953" sldId="281"/>
            <ac:spMk id="3" creationId="{D50209E1-216A-4AEC-B69A-024ED48ABF25}"/>
          </ac:spMkLst>
        </pc:spChg>
      </pc:sldChg>
      <pc:sldChg chg="delSp modSp new mod">
        <pc:chgData name="KIRAN KUMAR GANTA" userId="04d4457b2c6f4d58" providerId="LiveId" clId="{415B0607-3D18-4380-816B-9D66A004EED0}" dt="2022-11-23T00:58:55.957" v="4644" actId="123"/>
        <pc:sldMkLst>
          <pc:docMk/>
          <pc:sldMk cId="2851204071" sldId="282"/>
        </pc:sldMkLst>
        <pc:spChg chg="del mod">
          <ac:chgData name="KIRAN KUMAR GANTA" userId="04d4457b2c6f4d58" providerId="LiveId" clId="{415B0607-3D18-4380-816B-9D66A004EED0}" dt="2022-11-23T00:55:24.765" v="4408" actId="478"/>
          <ac:spMkLst>
            <pc:docMk/>
            <pc:sldMk cId="2851204071" sldId="282"/>
            <ac:spMk id="2" creationId="{AE04B9A2-5ECE-C2B2-E826-56D8B800CA23}"/>
          </ac:spMkLst>
        </pc:spChg>
        <pc:spChg chg="mod">
          <ac:chgData name="KIRAN KUMAR GANTA" userId="04d4457b2c6f4d58" providerId="LiveId" clId="{415B0607-3D18-4380-816B-9D66A004EED0}" dt="2022-11-23T00:58:55.957" v="4644" actId="123"/>
          <ac:spMkLst>
            <pc:docMk/>
            <pc:sldMk cId="2851204071" sldId="282"/>
            <ac:spMk id="3" creationId="{F12BD6D4-CBAA-AEA2-A98E-E5FE37EC7961}"/>
          </ac:spMkLst>
        </pc:spChg>
      </pc:sldChg>
      <pc:sldChg chg="delSp modSp new mod">
        <pc:chgData name="KIRAN KUMAR GANTA" userId="04d4457b2c6f4d58" providerId="LiveId" clId="{415B0607-3D18-4380-816B-9D66A004EED0}" dt="2022-11-23T01:04:41.489" v="4902" actId="123"/>
        <pc:sldMkLst>
          <pc:docMk/>
          <pc:sldMk cId="554223680" sldId="283"/>
        </pc:sldMkLst>
        <pc:spChg chg="del mod">
          <ac:chgData name="KIRAN KUMAR GANTA" userId="04d4457b2c6f4d58" providerId="LiveId" clId="{415B0607-3D18-4380-816B-9D66A004EED0}" dt="2022-11-23T00:59:08.369" v="4647" actId="478"/>
          <ac:spMkLst>
            <pc:docMk/>
            <pc:sldMk cId="554223680" sldId="283"/>
            <ac:spMk id="2" creationId="{196DAEF5-56C2-DB92-93AA-6780322E9EF4}"/>
          </ac:spMkLst>
        </pc:spChg>
        <pc:spChg chg="mod">
          <ac:chgData name="KIRAN KUMAR GANTA" userId="04d4457b2c6f4d58" providerId="LiveId" clId="{415B0607-3D18-4380-816B-9D66A004EED0}" dt="2022-11-23T01:04:41.489" v="4902" actId="123"/>
          <ac:spMkLst>
            <pc:docMk/>
            <pc:sldMk cId="554223680" sldId="283"/>
            <ac:spMk id="3" creationId="{07EFD1C8-9DB6-76A3-652E-782D67431108}"/>
          </ac:spMkLst>
        </pc:spChg>
      </pc:sldChg>
      <pc:sldChg chg="delSp modSp new mod">
        <pc:chgData name="KIRAN KUMAR GANTA" userId="04d4457b2c6f4d58" providerId="LiveId" clId="{415B0607-3D18-4380-816B-9D66A004EED0}" dt="2022-11-23T01:08:07.642" v="5138" actId="123"/>
        <pc:sldMkLst>
          <pc:docMk/>
          <pc:sldMk cId="3048807994" sldId="284"/>
        </pc:sldMkLst>
        <pc:spChg chg="del mod">
          <ac:chgData name="KIRAN KUMAR GANTA" userId="04d4457b2c6f4d58" providerId="LiveId" clId="{415B0607-3D18-4380-816B-9D66A004EED0}" dt="2022-11-23T01:04:50.569" v="4905" actId="478"/>
          <ac:spMkLst>
            <pc:docMk/>
            <pc:sldMk cId="3048807994" sldId="284"/>
            <ac:spMk id="2" creationId="{3EB8A20C-1B53-A039-533F-016C23B9E282}"/>
          </ac:spMkLst>
        </pc:spChg>
        <pc:spChg chg="mod">
          <ac:chgData name="KIRAN KUMAR GANTA" userId="04d4457b2c6f4d58" providerId="LiveId" clId="{415B0607-3D18-4380-816B-9D66A004EED0}" dt="2022-11-23T01:08:07.642" v="5138" actId="123"/>
          <ac:spMkLst>
            <pc:docMk/>
            <pc:sldMk cId="3048807994" sldId="284"/>
            <ac:spMk id="3" creationId="{F1A50A26-F082-840C-73DB-10EA2A889E6D}"/>
          </ac:spMkLst>
        </pc:spChg>
      </pc:sldChg>
      <pc:sldChg chg="delSp modSp new mod">
        <pc:chgData name="KIRAN KUMAR GANTA" userId="04d4457b2c6f4d58" providerId="LiveId" clId="{415B0607-3D18-4380-816B-9D66A004EED0}" dt="2022-11-23T01:13:14.652" v="5413" actId="123"/>
        <pc:sldMkLst>
          <pc:docMk/>
          <pc:sldMk cId="3989849634" sldId="285"/>
        </pc:sldMkLst>
        <pc:spChg chg="del mod">
          <ac:chgData name="KIRAN KUMAR GANTA" userId="04d4457b2c6f4d58" providerId="LiveId" clId="{415B0607-3D18-4380-816B-9D66A004EED0}" dt="2022-11-23T01:08:17.001" v="5141" actId="478"/>
          <ac:spMkLst>
            <pc:docMk/>
            <pc:sldMk cId="3989849634" sldId="285"/>
            <ac:spMk id="2" creationId="{14128927-5B53-CE8A-5136-7B4C64070892}"/>
          </ac:spMkLst>
        </pc:spChg>
        <pc:spChg chg="mod">
          <ac:chgData name="KIRAN KUMAR GANTA" userId="04d4457b2c6f4d58" providerId="LiveId" clId="{415B0607-3D18-4380-816B-9D66A004EED0}" dt="2022-11-23T01:13:14.652" v="5413" actId="123"/>
          <ac:spMkLst>
            <pc:docMk/>
            <pc:sldMk cId="3989849634" sldId="285"/>
            <ac:spMk id="3" creationId="{E585D727-34B0-2473-5288-8831680C0560}"/>
          </ac:spMkLst>
        </pc:spChg>
      </pc:sldChg>
      <pc:sldChg chg="delSp modSp new mod">
        <pc:chgData name="KIRAN KUMAR GANTA" userId="04d4457b2c6f4d58" providerId="LiveId" clId="{415B0607-3D18-4380-816B-9D66A004EED0}" dt="2022-11-23T01:20:11.285" v="5761" actId="123"/>
        <pc:sldMkLst>
          <pc:docMk/>
          <pc:sldMk cId="2385653247" sldId="286"/>
        </pc:sldMkLst>
        <pc:spChg chg="del mod">
          <ac:chgData name="KIRAN KUMAR GANTA" userId="04d4457b2c6f4d58" providerId="LiveId" clId="{415B0607-3D18-4380-816B-9D66A004EED0}" dt="2022-11-23T01:13:23.214" v="5416" actId="478"/>
          <ac:spMkLst>
            <pc:docMk/>
            <pc:sldMk cId="2385653247" sldId="286"/>
            <ac:spMk id="2" creationId="{F5D3699B-8D4A-41D8-1DB2-8CA44D85E84E}"/>
          </ac:spMkLst>
        </pc:spChg>
        <pc:spChg chg="mod">
          <ac:chgData name="KIRAN KUMAR GANTA" userId="04d4457b2c6f4d58" providerId="LiveId" clId="{415B0607-3D18-4380-816B-9D66A004EED0}" dt="2022-11-23T01:20:11.285" v="5761" actId="123"/>
          <ac:spMkLst>
            <pc:docMk/>
            <pc:sldMk cId="2385653247" sldId="286"/>
            <ac:spMk id="3" creationId="{365A3785-C94D-22E4-D230-91E8CF97454C}"/>
          </ac:spMkLst>
        </pc:spChg>
      </pc:sldChg>
      <pc:sldChg chg="delSp modSp new mod">
        <pc:chgData name="KIRAN KUMAR GANTA" userId="04d4457b2c6f4d58" providerId="LiveId" clId="{415B0607-3D18-4380-816B-9D66A004EED0}" dt="2022-11-23T01:26:34.543" v="6035" actId="20577"/>
        <pc:sldMkLst>
          <pc:docMk/>
          <pc:sldMk cId="1075459983" sldId="287"/>
        </pc:sldMkLst>
        <pc:spChg chg="del mod">
          <ac:chgData name="KIRAN KUMAR GANTA" userId="04d4457b2c6f4d58" providerId="LiveId" clId="{415B0607-3D18-4380-816B-9D66A004EED0}" dt="2022-11-23T01:20:52.199" v="5764" actId="478"/>
          <ac:spMkLst>
            <pc:docMk/>
            <pc:sldMk cId="1075459983" sldId="287"/>
            <ac:spMk id="2" creationId="{618C51CF-C869-B4C1-72A7-13CFA0C2E98F}"/>
          </ac:spMkLst>
        </pc:spChg>
        <pc:spChg chg="mod">
          <ac:chgData name="KIRAN KUMAR GANTA" userId="04d4457b2c6f4d58" providerId="LiveId" clId="{415B0607-3D18-4380-816B-9D66A004EED0}" dt="2022-11-23T01:26:34.543" v="6035" actId="20577"/>
          <ac:spMkLst>
            <pc:docMk/>
            <pc:sldMk cId="1075459983" sldId="287"/>
            <ac:spMk id="3" creationId="{67861C45-1915-7E28-1458-CDD63317952B}"/>
          </ac:spMkLst>
        </pc:spChg>
      </pc:sldChg>
      <pc:sldChg chg="delSp modSp new mod">
        <pc:chgData name="KIRAN KUMAR GANTA" userId="04d4457b2c6f4d58" providerId="LiveId" clId="{415B0607-3D18-4380-816B-9D66A004EED0}" dt="2022-12-03T13:27:18.705" v="6110" actId="20577"/>
        <pc:sldMkLst>
          <pc:docMk/>
          <pc:sldMk cId="2121323624" sldId="288"/>
        </pc:sldMkLst>
        <pc:spChg chg="del mod">
          <ac:chgData name="KIRAN KUMAR GANTA" userId="04d4457b2c6f4d58" providerId="LiveId" clId="{415B0607-3D18-4380-816B-9D66A004EED0}" dt="2022-11-23T01:26:04.018" v="6032" actId="478"/>
          <ac:spMkLst>
            <pc:docMk/>
            <pc:sldMk cId="2121323624" sldId="288"/>
            <ac:spMk id="2" creationId="{D085BAA4-022D-23C4-1CB1-74F0D72F0B4B}"/>
          </ac:spMkLst>
        </pc:spChg>
        <pc:spChg chg="mod">
          <ac:chgData name="KIRAN KUMAR GANTA" userId="04d4457b2c6f4d58" providerId="LiveId" clId="{415B0607-3D18-4380-816B-9D66A004EED0}" dt="2022-12-03T13:27:18.705" v="6110" actId="20577"/>
          <ac:spMkLst>
            <pc:docMk/>
            <pc:sldMk cId="2121323624" sldId="288"/>
            <ac:spMk id="3" creationId="{D2CB2731-D2D5-7C95-FAB3-D88A823FF975}"/>
          </ac:spMkLst>
        </pc:spChg>
      </pc:sldChg>
    </pc:docChg>
  </pc:docChgLst>
  <pc:docChgLst>
    <pc:chgData name="KIRAN KUMAR GANTA" userId="04d4457b2c6f4d58" providerId="LiveId" clId="{7732D2CA-B0F2-4067-A0C8-DF1E5A25DBD1}"/>
    <pc:docChg chg="modSld">
      <pc:chgData name="KIRAN KUMAR GANTA" userId="04d4457b2c6f4d58" providerId="LiveId" clId="{7732D2CA-B0F2-4067-A0C8-DF1E5A25DBD1}" dt="2023-02-24T17:12:34.270" v="113" actId="14100"/>
      <pc:docMkLst>
        <pc:docMk/>
      </pc:docMkLst>
      <pc:sldChg chg="modSp mod">
        <pc:chgData name="KIRAN KUMAR GANTA" userId="04d4457b2c6f4d58" providerId="LiveId" clId="{7732D2CA-B0F2-4067-A0C8-DF1E5A25DBD1}" dt="2023-02-24T17:03:12.634" v="5" actId="20577"/>
        <pc:sldMkLst>
          <pc:docMk/>
          <pc:sldMk cId="254231029" sldId="257"/>
        </pc:sldMkLst>
        <pc:spChg chg="mod">
          <ac:chgData name="KIRAN KUMAR GANTA" userId="04d4457b2c6f4d58" providerId="LiveId" clId="{7732D2CA-B0F2-4067-A0C8-DF1E5A25DBD1}" dt="2023-02-24T17:03:12.634" v="5" actId="20577"/>
          <ac:spMkLst>
            <pc:docMk/>
            <pc:sldMk cId="254231029" sldId="257"/>
            <ac:spMk id="3" creationId="{8D25DC3E-2454-8DA3-9DD3-8254F51563EE}"/>
          </ac:spMkLst>
        </pc:spChg>
      </pc:sldChg>
      <pc:sldChg chg="modSp mod">
        <pc:chgData name="KIRAN KUMAR GANTA" userId="04d4457b2c6f4d58" providerId="LiveId" clId="{7732D2CA-B0F2-4067-A0C8-DF1E5A25DBD1}" dt="2023-02-24T17:03:31.551" v="8" actId="14100"/>
        <pc:sldMkLst>
          <pc:docMk/>
          <pc:sldMk cId="692752379" sldId="258"/>
        </pc:sldMkLst>
        <pc:spChg chg="mod">
          <ac:chgData name="KIRAN KUMAR GANTA" userId="04d4457b2c6f4d58" providerId="LiveId" clId="{7732D2CA-B0F2-4067-A0C8-DF1E5A25DBD1}" dt="2023-02-24T17:03:31.551" v="8" actId="14100"/>
          <ac:spMkLst>
            <pc:docMk/>
            <pc:sldMk cId="692752379" sldId="258"/>
            <ac:spMk id="3" creationId="{69CE144C-5F01-EF62-C9C7-477277A47638}"/>
          </ac:spMkLst>
        </pc:spChg>
      </pc:sldChg>
      <pc:sldChg chg="modSp mod">
        <pc:chgData name="KIRAN KUMAR GANTA" userId="04d4457b2c6f4d58" providerId="LiveId" clId="{7732D2CA-B0F2-4067-A0C8-DF1E5A25DBD1}" dt="2023-02-24T17:03:46.565" v="11" actId="14100"/>
        <pc:sldMkLst>
          <pc:docMk/>
          <pc:sldMk cId="2745039445" sldId="259"/>
        </pc:sldMkLst>
        <pc:spChg chg="mod">
          <ac:chgData name="KIRAN KUMAR GANTA" userId="04d4457b2c6f4d58" providerId="LiveId" clId="{7732D2CA-B0F2-4067-A0C8-DF1E5A25DBD1}" dt="2023-02-24T17:03:46.565" v="11" actId="14100"/>
          <ac:spMkLst>
            <pc:docMk/>
            <pc:sldMk cId="2745039445" sldId="259"/>
            <ac:spMk id="3" creationId="{3F7F7275-821A-7B23-BE3E-B9410147340D}"/>
          </ac:spMkLst>
        </pc:spChg>
      </pc:sldChg>
      <pc:sldChg chg="modSp mod">
        <pc:chgData name="KIRAN KUMAR GANTA" userId="04d4457b2c6f4d58" providerId="LiveId" clId="{7732D2CA-B0F2-4067-A0C8-DF1E5A25DBD1}" dt="2023-02-24T17:04:02.466" v="14" actId="14100"/>
        <pc:sldMkLst>
          <pc:docMk/>
          <pc:sldMk cId="3259336835" sldId="260"/>
        </pc:sldMkLst>
        <pc:spChg chg="mod">
          <ac:chgData name="KIRAN KUMAR GANTA" userId="04d4457b2c6f4d58" providerId="LiveId" clId="{7732D2CA-B0F2-4067-A0C8-DF1E5A25DBD1}" dt="2023-02-24T17:04:02.466" v="14" actId="14100"/>
          <ac:spMkLst>
            <pc:docMk/>
            <pc:sldMk cId="3259336835" sldId="260"/>
            <ac:spMk id="3" creationId="{BD0CAEFC-D594-A38A-CE5E-25A0316665E1}"/>
          </ac:spMkLst>
        </pc:spChg>
      </pc:sldChg>
      <pc:sldChg chg="modSp mod">
        <pc:chgData name="KIRAN KUMAR GANTA" userId="04d4457b2c6f4d58" providerId="LiveId" clId="{7732D2CA-B0F2-4067-A0C8-DF1E5A25DBD1}" dt="2023-02-24T17:04:16.622" v="17" actId="14100"/>
        <pc:sldMkLst>
          <pc:docMk/>
          <pc:sldMk cId="3231654361" sldId="261"/>
        </pc:sldMkLst>
        <pc:spChg chg="mod">
          <ac:chgData name="KIRAN KUMAR GANTA" userId="04d4457b2c6f4d58" providerId="LiveId" clId="{7732D2CA-B0F2-4067-A0C8-DF1E5A25DBD1}" dt="2023-02-24T17:04:16.622" v="17" actId="14100"/>
          <ac:spMkLst>
            <pc:docMk/>
            <pc:sldMk cId="3231654361" sldId="261"/>
            <ac:spMk id="3" creationId="{0A237550-1DE1-9F96-6294-BBF931B4F42B}"/>
          </ac:spMkLst>
        </pc:spChg>
      </pc:sldChg>
      <pc:sldChg chg="modSp mod">
        <pc:chgData name="KIRAN KUMAR GANTA" userId="04d4457b2c6f4d58" providerId="LiveId" clId="{7732D2CA-B0F2-4067-A0C8-DF1E5A25DBD1}" dt="2023-02-24T17:04:30.103" v="20" actId="14100"/>
        <pc:sldMkLst>
          <pc:docMk/>
          <pc:sldMk cId="2471644895" sldId="262"/>
        </pc:sldMkLst>
        <pc:spChg chg="mod">
          <ac:chgData name="KIRAN KUMAR GANTA" userId="04d4457b2c6f4d58" providerId="LiveId" clId="{7732D2CA-B0F2-4067-A0C8-DF1E5A25DBD1}" dt="2023-02-24T17:04:30.103" v="20" actId="14100"/>
          <ac:spMkLst>
            <pc:docMk/>
            <pc:sldMk cId="2471644895" sldId="262"/>
            <ac:spMk id="3" creationId="{ED5E6109-DE52-D3E6-2B6D-0F9DD5E9BD64}"/>
          </ac:spMkLst>
        </pc:spChg>
      </pc:sldChg>
      <pc:sldChg chg="modSp mod">
        <pc:chgData name="KIRAN KUMAR GANTA" userId="04d4457b2c6f4d58" providerId="LiveId" clId="{7732D2CA-B0F2-4067-A0C8-DF1E5A25DBD1}" dt="2023-02-24T17:04:43.647" v="23" actId="14100"/>
        <pc:sldMkLst>
          <pc:docMk/>
          <pc:sldMk cId="3406206606" sldId="263"/>
        </pc:sldMkLst>
        <pc:spChg chg="mod">
          <ac:chgData name="KIRAN KUMAR GANTA" userId="04d4457b2c6f4d58" providerId="LiveId" clId="{7732D2CA-B0F2-4067-A0C8-DF1E5A25DBD1}" dt="2023-02-24T17:04:43.647" v="23" actId="14100"/>
          <ac:spMkLst>
            <pc:docMk/>
            <pc:sldMk cId="3406206606" sldId="263"/>
            <ac:spMk id="3" creationId="{83435682-F3C7-456E-8725-FBF18D75BED0}"/>
          </ac:spMkLst>
        </pc:spChg>
      </pc:sldChg>
      <pc:sldChg chg="modSp mod">
        <pc:chgData name="KIRAN KUMAR GANTA" userId="04d4457b2c6f4d58" providerId="LiveId" clId="{7732D2CA-B0F2-4067-A0C8-DF1E5A25DBD1}" dt="2023-02-24T17:04:59.908" v="26" actId="14100"/>
        <pc:sldMkLst>
          <pc:docMk/>
          <pc:sldMk cId="2366335118" sldId="264"/>
        </pc:sldMkLst>
        <pc:spChg chg="mod">
          <ac:chgData name="KIRAN KUMAR GANTA" userId="04d4457b2c6f4d58" providerId="LiveId" clId="{7732D2CA-B0F2-4067-A0C8-DF1E5A25DBD1}" dt="2023-02-24T17:04:59.908" v="26" actId="14100"/>
          <ac:spMkLst>
            <pc:docMk/>
            <pc:sldMk cId="2366335118" sldId="264"/>
            <ac:spMk id="3" creationId="{12232249-F00A-336E-BF6A-27A16CE2F241}"/>
          </ac:spMkLst>
        </pc:spChg>
      </pc:sldChg>
      <pc:sldChg chg="modSp mod">
        <pc:chgData name="KIRAN KUMAR GANTA" userId="04d4457b2c6f4d58" providerId="LiveId" clId="{7732D2CA-B0F2-4067-A0C8-DF1E5A25DBD1}" dt="2023-02-24T17:05:19.355" v="30" actId="14100"/>
        <pc:sldMkLst>
          <pc:docMk/>
          <pc:sldMk cId="3726046492" sldId="265"/>
        </pc:sldMkLst>
        <pc:spChg chg="mod">
          <ac:chgData name="KIRAN KUMAR GANTA" userId="04d4457b2c6f4d58" providerId="LiveId" clId="{7732D2CA-B0F2-4067-A0C8-DF1E5A25DBD1}" dt="2023-02-24T17:05:19.355" v="30" actId="14100"/>
          <ac:spMkLst>
            <pc:docMk/>
            <pc:sldMk cId="3726046492" sldId="265"/>
            <ac:spMk id="3" creationId="{9F32EDFA-9473-79EE-0F35-48D6FE17308F}"/>
          </ac:spMkLst>
        </pc:spChg>
      </pc:sldChg>
      <pc:sldChg chg="modSp mod">
        <pc:chgData name="KIRAN KUMAR GANTA" userId="04d4457b2c6f4d58" providerId="LiveId" clId="{7732D2CA-B0F2-4067-A0C8-DF1E5A25DBD1}" dt="2023-02-24T17:05:39.297" v="34" actId="14100"/>
        <pc:sldMkLst>
          <pc:docMk/>
          <pc:sldMk cId="1208186571" sldId="266"/>
        </pc:sldMkLst>
        <pc:spChg chg="mod">
          <ac:chgData name="KIRAN KUMAR GANTA" userId="04d4457b2c6f4d58" providerId="LiveId" clId="{7732D2CA-B0F2-4067-A0C8-DF1E5A25DBD1}" dt="2023-02-24T17:05:39.297" v="34" actId="14100"/>
          <ac:spMkLst>
            <pc:docMk/>
            <pc:sldMk cId="1208186571" sldId="266"/>
            <ac:spMk id="3" creationId="{F1C208E4-8FE0-3F9B-F449-7A80C294134C}"/>
          </ac:spMkLst>
        </pc:spChg>
      </pc:sldChg>
      <pc:sldChg chg="modSp mod">
        <pc:chgData name="KIRAN KUMAR GANTA" userId="04d4457b2c6f4d58" providerId="LiveId" clId="{7732D2CA-B0F2-4067-A0C8-DF1E5A25DBD1}" dt="2023-02-24T17:05:59.654" v="37" actId="14100"/>
        <pc:sldMkLst>
          <pc:docMk/>
          <pc:sldMk cId="1105230622" sldId="267"/>
        </pc:sldMkLst>
        <pc:spChg chg="mod">
          <ac:chgData name="KIRAN KUMAR GANTA" userId="04d4457b2c6f4d58" providerId="LiveId" clId="{7732D2CA-B0F2-4067-A0C8-DF1E5A25DBD1}" dt="2023-02-24T17:05:59.654" v="37" actId="14100"/>
          <ac:spMkLst>
            <pc:docMk/>
            <pc:sldMk cId="1105230622" sldId="267"/>
            <ac:spMk id="3" creationId="{4FE0DC40-B0EA-D63B-E4B6-70164DE9D2E3}"/>
          </ac:spMkLst>
        </pc:spChg>
      </pc:sldChg>
      <pc:sldChg chg="modSp mod">
        <pc:chgData name="KIRAN KUMAR GANTA" userId="04d4457b2c6f4d58" providerId="LiveId" clId="{7732D2CA-B0F2-4067-A0C8-DF1E5A25DBD1}" dt="2023-02-24T17:06:15.554" v="40" actId="14100"/>
        <pc:sldMkLst>
          <pc:docMk/>
          <pc:sldMk cId="921741312" sldId="268"/>
        </pc:sldMkLst>
        <pc:spChg chg="mod">
          <ac:chgData name="KIRAN KUMAR GANTA" userId="04d4457b2c6f4d58" providerId="LiveId" clId="{7732D2CA-B0F2-4067-A0C8-DF1E5A25DBD1}" dt="2023-02-24T17:06:15.554" v="40" actId="14100"/>
          <ac:spMkLst>
            <pc:docMk/>
            <pc:sldMk cId="921741312" sldId="268"/>
            <ac:spMk id="3" creationId="{837DD3FD-F0EB-8CF6-8476-A685D9C43EF1}"/>
          </ac:spMkLst>
        </pc:spChg>
      </pc:sldChg>
      <pc:sldChg chg="modSp mod">
        <pc:chgData name="KIRAN KUMAR GANTA" userId="04d4457b2c6f4d58" providerId="LiveId" clId="{7732D2CA-B0F2-4067-A0C8-DF1E5A25DBD1}" dt="2023-02-24T17:06:38.871" v="43" actId="14100"/>
        <pc:sldMkLst>
          <pc:docMk/>
          <pc:sldMk cId="3188229740" sldId="269"/>
        </pc:sldMkLst>
        <pc:spChg chg="mod">
          <ac:chgData name="KIRAN KUMAR GANTA" userId="04d4457b2c6f4d58" providerId="LiveId" clId="{7732D2CA-B0F2-4067-A0C8-DF1E5A25DBD1}" dt="2023-02-24T17:06:38.871" v="43" actId="14100"/>
          <ac:spMkLst>
            <pc:docMk/>
            <pc:sldMk cId="3188229740" sldId="269"/>
            <ac:spMk id="3" creationId="{4D6EDC61-D907-181C-909A-F0EF15A8407C}"/>
          </ac:spMkLst>
        </pc:spChg>
      </pc:sldChg>
      <pc:sldChg chg="modSp mod">
        <pc:chgData name="KIRAN KUMAR GANTA" userId="04d4457b2c6f4d58" providerId="LiveId" clId="{7732D2CA-B0F2-4067-A0C8-DF1E5A25DBD1}" dt="2023-02-24T17:06:54.493" v="46" actId="14100"/>
        <pc:sldMkLst>
          <pc:docMk/>
          <pc:sldMk cId="1343770880" sldId="270"/>
        </pc:sldMkLst>
        <pc:spChg chg="mod">
          <ac:chgData name="KIRAN KUMAR GANTA" userId="04d4457b2c6f4d58" providerId="LiveId" clId="{7732D2CA-B0F2-4067-A0C8-DF1E5A25DBD1}" dt="2023-02-24T17:06:54.493" v="46" actId="14100"/>
          <ac:spMkLst>
            <pc:docMk/>
            <pc:sldMk cId="1343770880" sldId="270"/>
            <ac:spMk id="3" creationId="{1FEB0B71-DE53-634B-274E-6F27A9B49692}"/>
          </ac:spMkLst>
        </pc:spChg>
      </pc:sldChg>
      <pc:sldChg chg="modSp mod">
        <pc:chgData name="KIRAN KUMAR GANTA" userId="04d4457b2c6f4d58" providerId="LiveId" clId="{7732D2CA-B0F2-4067-A0C8-DF1E5A25DBD1}" dt="2023-02-24T17:07:10.669" v="49" actId="14100"/>
        <pc:sldMkLst>
          <pc:docMk/>
          <pc:sldMk cId="2758500736" sldId="271"/>
        </pc:sldMkLst>
        <pc:spChg chg="mod">
          <ac:chgData name="KIRAN KUMAR GANTA" userId="04d4457b2c6f4d58" providerId="LiveId" clId="{7732D2CA-B0F2-4067-A0C8-DF1E5A25DBD1}" dt="2023-02-24T17:07:10.669" v="49" actId="14100"/>
          <ac:spMkLst>
            <pc:docMk/>
            <pc:sldMk cId="2758500736" sldId="271"/>
            <ac:spMk id="3" creationId="{84B8E209-D197-54D2-FA90-614220DCAA3C}"/>
          </ac:spMkLst>
        </pc:spChg>
      </pc:sldChg>
      <pc:sldChg chg="modSp mod">
        <pc:chgData name="KIRAN KUMAR GANTA" userId="04d4457b2c6f4d58" providerId="LiveId" clId="{7732D2CA-B0F2-4067-A0C8-DF1E5A25DBD1}" dt="2023-02-24T17:07:27.253" v="52" actId="14100"/>
        <pc:sldMkLst>
          <pc:docMk/>
          <pc:sldMk cId="3653190127" sldId="272"/>
        </pc:sldMkLst>
        <pc:spChg chg="mod">
          <ac:chgData name="KIRAN KUMAR GANTA" userId="04d4457b2c6f4d58" providerId="LiveId" clId="{7732D2CA-B0F2-4067-A0C8-DF1E5A25DBD1}" dt="2023-02-24T17:07:27.253" v="52" actId="14100"/>
          <ac:spMkLst>
            <pc:docMk/>
            <pc:sldMk cId="3653190127" sldId="272"/>
            <ac:spMk id="3" creationId="{506F231C-6208-F025-E6AF-A625BE35EB83}"/>
          </ac:spMkLst>
        </pc:spChg>
      </pc:sldChg>
      <pc:sldChg chg="modSp mod">
        <pc:chgData name="KIRAN KUMAR GANTA" userId="04d4457b2c6f4d58" providerId="LiveId" clId="{7732D2CA-B0F2-4067-A0C8-DF1E5A25DBD1}" dt="2023-02-24T17:07:49.071" v="56" actId="14100"/>
        <pc:sldMkLst>
          <pc:docMk/>
          <pc:sldMk cId="3695859695" sldId="273"/>
        </pc:sldMkLst>
        <pc:spChg chg="mod">
          <ac:chgData name="KIRAN KUMAR GANTA" userId="04d4457b2c6f4d58" providerId="LiveId" clId="{7732D2CA-B0F2-4067-A0C8-DF1E5A25DBD1}" dt="2023-02-24T17:07:49.071" v="56" actId="14100"/>
          <ac:spMkLst>
            <pc:docMk/>
            <pc:sldMk cId="3695859695" sldId="273"/>
            <ac:spMk id="3" creationId="{08FB23B5-8DA9-7542-5D8E-8BA2B36C5599}"/>
          </ac:spMkLst>
        </pc:spChg>
      </pc:sldChg>
      <pc:sldChg chg="modSp mod">
        <pc:chgData name="KIRAN KUMAR GANTA" userId="04d4457b2c6f4d58" providerId="LiveId" clId="{7732D2CA-B0F2-4067-A0C8-DF1E5A25DBD1}" dt="2023-02-24T17:08:11.762" v="60" actId="14100"/>
        <pc:sldMkLst>
          <pc:docMk/>
          <pc:sldMk cId="2026968352" sldId="274"/>
        </pc:sldMkLst>
        <pc:spChg chg="mod">
          <ac:chgData name="KIRAN KUMAR GANTA" userId="04d4457b2c6f4d58" providerId="LiveId" clId="{7732D2CA-B0F2-4067-A0C8-DF1E5A25DBD1}" dt="2023-02-24T17:08:11.762" v="60" actId="14100"/>
          <ac:spMkLst>
            <pc:docMk/>
            <pc:sldMk cId="2026968352" sldId="274"/>
            <ac:spMk id="3" creationId="{668703F4-1813-892A-D70C-11718D503101}"/>
          </ac:spMkLst>
        </pc:spChg>
      </pc:sldChg>
      <pc:sldChg chg="modSp mod">
        <pc:chgData name="KIRAN KUMAR GANTA" userId="04d4457b2c6f4d58" providerId="LiveId" clId="{7732D2CA-B0F2-4067-A0C8-DF1E5A25DBD1}" dt="2023-02-24T17:08:29.604" v="64" actId="14100"/>
        <pc:sldMkLst>
          <pc:docMk/>
          <pc:sldMk cId="2957383491" sldId="275"/>
        </pc:sldMkLst>
        <pc:spChg chg="mod">
          <ac:chgData name="KIRAN KUMAR GANTA" userId="04d4457b2c6f4d58" providerId="LiveId" clId="{7732D2CA-B0F2-4067-A0C8-DF1E5A25DBD1}" dt="2023-02-24T17:08:29.604" v="64" actId="14100"/>
          <ac:spMkLst>
            <pc:docMk/>
            <pc:sldMk cId="2957383491" sldId="275"/>
            <ac:spMk id="3" creationId="{9C531A27-11BB-3D0C-6631-5379D78E199B}"/>
          </ac:spMkLst>
        </pc:spChg>
      </pc:sldChg>
      <pc:sldChg chg="modSp mod">
        <pc:chgData name="KIRAN KUMAR GANTA" userId="04d4457b2c6f4d58" providerId="LiveId" clId="{7732D2CA-B0F2-4067-A0C8-DF1E5A25DBD1}" dt="2023-02-24T17:08:47.273" v="68" actId="14100"/>
        <pc:sldMkLst>
          <pc:docMk/>
          <pc:sldMk cId="2146524995" sldId="276"/>
        </pc:sldMkLst>
        <pc:spChg chg="mod">
          <ac:chgData name="KIRAN KUMAR GANTA" userId="04d4457b2c6f4d58" providerId="LiveId" clId="{7732D2CA-B0F2-4067-A0C8-DF1E5A25DBD1}" dt="2023-02-24T17:08:47.273" v="68" actId="14100"/>
          <ac:spMkLst>
            <pc:docMk/>
            <pc:sldMk cId="2146524995" sldId="276"/>
            <ac:spMk id="3" creationId="{03CF843A-ACC6-4F63-ED60-590DDF5B439D}"/>
          </ac:spMkLst>
        </pc:spChg>
      </pc:sldChg>
      <pc:sldChg chg="modSp mod">
        <pc:chgData name="KIRAN KUMAR GANTA" userId="04d4457b2c6f4d58" providerId="LiveId" clId="{7732D2CA-B0F2-4067-A0C8-DF1E5A25DBD1}" dt="2023-02-24T17:09:06.537" v="72" actId="14100"/>
        <pc:sldMkLst>
          <pc:docMk/>
          <pc:sldMk cId="1414182164" sldId="277"/>
        </pc:sldMkLst>
        <pc:spChg chg="mod">
          <ac:chgData name="KIRAN KUMAR GANTA" userId="04d4457b2c6f4d58" providerId="LiveId" clId="{7732D2CA-B0F2-4067-A0C8-DF1E5A25DBD1}" dt="2023-02-24T17:09:06.537" v="72" actId="14100"/>
          <ac:spMkLst>
            <pc:docMk/>
            <pc:sldMk cId="1414182164" sldId="277"/>
            <ac:spMk id="3" creationId="{BBA4833D-A393-F722-CAA9-C34A2200418A}"/>
          </ac:spMkLst>
        </pc:spChg>
      </pc:sldChg>
      <pc:sldChg chg="modSp mod">
        <pc:chgData name="KIRAN KUMAR GANTA" userId="04d4457b2c6f4d58" providerId="LiveId" clId="{7732D2CA-B0F2-4067-A0C8-DF1E5A25DBD1}" dt="2023-02-24T17:09:32.334" v="76" actId="14100"/>
        <pc:sldMkLst>
          <pc:docMk/>
          <pc:sldMk cId="3434561862" sldId="278"/>
        </pc:sldMkLst>
        <pc:spChg chg="mod">
          <ac:chgData name="KIRAN KUMAR GANTA" userId="04d4457b2c6f4d58" providerId="LiveId" clId="{7732D2CA-B0F2-4067-A0C8-DF1E5A25DBD1}" dt="2023-02-24T17:09:32.334" v="76" actId="14100"/>
          <ac:spMkLst>
            <pc:docMk/>
            <pc:sldMk cId="3434561862" sldId="278"/>
            <ac:spMk id="3" creationId="{F1CC810F-4B1C-0B6C-E977-549B0ADCCC3B}"/>
          </ac:spMkLst>
        </pc:spChg>
      </pc:sldChg>
      <pc:sldChg chg="modSp mod">
        <pc:chgData name="KIRAN KUMAR GANTA" userId="04d4457b2c6f4d58" providerId="LiveId" clId="{7732D2CA-B0F2-4067-A0C8-DF1E5A25DBD1}" dt="2023-02-24T17:09:48.758" v="80" actId="14100"/>
        <pc:sldMkLst>
          <pc:docMk/>
          <pc:sldMk cId="3425082150" sldId="279"/>
        </pc:sldMkLst>
        <pc:spChg chg="mod">
          <ac:chgData name="KIRAN KUMAR GANTA" userId="04d4457b2c6f4d58" providerId="LiveId" clId="{7732D2CA-B0F2-4067-A0C8-DF1E5A25DBD1}" dt="2023-02-24T17:09:48.758" v="80" actId="14100"/>
          <ac:spMkLst>
            <pc:docMk/>
            <pc:sldMk cId="3425082150" sldId="279"/>
            <ac:spMk id="3" creationId="{98EAFA4C-BD9E-0554-C08A-C8929C9E1305}"/>
          </ac:spMkLst>
        </pc:spChg>
      </pc:sldChg>
      <pc:sldChg chg="modSp mod">
        <pc:chgData name="KIRAN KUMAR GANTA" userId="04d4457b2c6f4d58" providerId="LiveId" clId="{7732D2CA-B0F2-4067-A0C8-DF1E5A25DBD1}" dt="2023-02-24T17:10:06.144" v="84" actId="14100"/>
        <pc:sldMkLst>
          <pc:docMk/>
          <pc:sldMk cId="2076612004" sldId="280"/>
        </pc:sldMkLst>
        <pc:spChg chg="mod">
          <ac:chgData name="KIRAN KUMAR GANTA" userId="04d4457b2c6f4d58" providerId="LiveId" clId="{7732D2CA-B0F2-4067-A0C8-DF1E5A25DBD1}" dt="2023-02-24T17:10:06.144" v="84" actId="14100"/>
          <ac:spMkLst>
            <pc:docMk/>
            <pc:sldMk cId="2076612004" sldId="280"/>
            <ac:spMk id="3" creationId="{C9242765-0CE3-2B9A-CE0B-990E2FFC66CC}"/>
          </ac:spMkLst>
        </pc:spChg>
      </pc:sldChg>
      <pc:sldChg chg="modSp mod">
        <pc:chgData name="KIRAN KUMAR GANTA" userId="04d4457b2c6f4d58" providerId="LiveId" clId="{7732D2CA-B0F2-4067-A0C8-DF1E5A25DBD1}" dt="2023-02-24T17:10:30.935" v="89" actId="14100"/>
        <pc:sldMkLst>
          <pc:docMk/>
          <pc:sldMk cId="2711076953" sldId="281"/>
        </pc:sldMkLst>
        <pc:spChg chg="mod">
          <ac:chgData name="KIRAN KUMAR GANTA" userId="04d4457b2c6f4d58" providerId="LiveId" clId="{7732D2CA-B0F2-4067-A0C8-DF1E5A25DBD1}" dt="2023-02-24T17:10:30.935" v="89" actId="14100"/>
          <ac:spMkLst>
            <pc:docMk/>
            <pc:sldMk cId="2711076953" sldId="281"/>
            <ac:spMk id="3" creationId="{D50209E1-216A-4AEC-B69A-024ED48ABF25}"/>
          </ac:spMkLst>
        </pc:spChg>
      </pc:sldChg>
      <pc:sldChg chg="modSp mod">
        <pc:chgData name="KIRAN KUMAR GANTA" userId="04d4457b2c6f4d58" providerId="LiveId" clId="{7732D2CA-B0F2-4067-A0C8-DF1E5A25DBD1}" dt="2023-02-24T17:10:48.382" v="93" actId="14100"/>
        <pc:sldMkLst>
          <pc:docMk/>
          <pc:sldMk cId="2851204071" sldId="282"/>
        </pc:sldMkLst>
        <pc:spChg chg="mod">
          <ac:chgData name="KIRAN KUMAR GANTA" userId="04d4457b2c6f4d58" providerId="LiveId" clId="{7732D2CA-B0F2-4067-A0C8-DF1E5A25DBD1}" dt="2023-02-24T17:10:48.382" v="93" actId="14100"/>
          <ac:spMkLst>
            <pc:docMk/>
            <pc:sldMk cId="2851204071" sldId="282"/>
            <ac:spMk id="3" creationId="{F12BD6D4-CBAA-AEA2-A98E-E5FE37EC7961}"/>
          </ac:spMkLst>
        </pc:spChg>
      </pc:sldChg>
      <pc:sldChg chg="modSp mod">
        <pc:chgData name="KIRAN KUMAR GANTA" userId="04d4457b2c6f4d58" providerId="LiveId" clId="{7732D2CA-B0F2-4067-A0C8-DF1E5A25DBD1}" dt="2023-02-24T17:11:15.358" v="97" actId="14100"/>
        <pc:sldMkLst>
          <pc:docMk/>
          <pc:sldMk cId="554223680" sldId="283"/>
        </pc:sldMkLst>
        <pc:spChg chg="mod">
          <ac:chgData name="KIRAN KUMAR GANTA" userId="04d4457b2c6f4d58" providerId="LiveId" clId="{7732D2CA-B0F2-4067-A0C8-DF1E5A25DBD1}" dt="2023-02-24T17:11:15.358" v="97" actId="14100"/>
          <ac:spMkLst>
            <pc:docMk/>
            <pc:sldMk cId="554223680" sldId="283"/>
            <ac:spMk id="3" creationId="{07EFD1C8-9DB6-76A3-652E-782D67431108}"/>
          </ac:spMkLst>
        </pc:spChg>
      </pc:sldChg>
      <pc:sldChg chg="modSp mod">
        <pc:chgData name="KIRAN KUMAR GANTA" userId="04d4457b2c6f4d58" providerId="LiveId" clId="{7732D2CA-B0F2-4067-A0C8-DF1E5A25DBD1}" dt="2023-02-24T17:11:35.047" v="101" actId="14100"/>
        <pc:sldMkLst>
          <pc:docMk/>
          <pc:sldMk cId="3048807994" sldId="284"/>
        </pc:sldMkLst>
        <pc:spChg chg="mod">
          <ac:chgData name="KIRAN KUMAR GANTA" userId="04d4457b2c6f4d58" providerId="LiveId" clId="{7732D2CA-B0F2-4067-A0C8-DF1E5A25DBD1}" dt="2023-02-24T17:11:35.047" v="101" actId="14100"/>
          <ac:spMkLst>
            <pc:docMk/>
            <pc:sldMk cId="3048807994" sldId="284"/>
            <ac:spMk id="3" creationId="{F1A50A26-F082-840C-73DB-10EA2A889E6D}"/>
          </ac:spMkLst>
        </pc:spChg>
      </pc:sldChg>
      <pc:sldChg chg="modSp mod">
        <pc:chgData name="KIRAN KUMAR GANTA" userId="04d4457b2c6f4d58" providerId="LiveId" clId="{7732D2CA-B0F2-4067-A0C8-DF1E5A25DBD1}" dt="2023-02-24T17:11:55.034" v="105" actId="14100"/>
        <pc:sldMkLst>
          <pc:docMk/>
          <pc:sldMk cId="3989849634" sldId="285"/>
        </pc:sldMkLst>
        <pc:spChg chg="mod">
          <ac:chgData name="KIRAN KUMAR GANTA" userId="04d4457b2c6f4d58" providerId="LiveId" clId="{7732D2CA-B0F2-4067-A0C8-DF1E5A25DBD1}" dt="2023-02-24T17:11:55.034" v="105" actId="14100"/>
          <ac:spMkLst>
            <pc:docMk/>
            <pc:sldMk cId="3989849634" sldId="285"/>
            <ac:spMk id="3" creationId="{E585D727-34B0-2473-5288-8831680C0560}"/>
          </ac:spMkLst>
        </pc:spChg>
      </pc:sldChg>
      <pc:sldChg chg="modSp mod">
        <pc:chgData name="KIRAN KUMAR GANTA" userId="04d4457b2c6f4d58" providerId="LiveId" clId="{7732D2CA-B0F2-4067-A0C8-DF1E5A25DBD1}" dt="2023-02-24T17:12:13.890" v="109" actId="14100"/>
        <pc:sldMkLst>
          <pc:docMk/>
          <pc:sldMk cId="2385653247" sldId="286"/>
        </pc:sldMkLst>
        <pc:spChg chg="mod">
          <ac:chgData name="KIRAN KUMAR GANTA" userId="04d4457b2c6f4d58" providerId="LiveId" clId="{7732D2CA-B0F2-4067-A0C8-DF1E5A25DBD1}" dt="2023-02-24T17:12:13.890" v="109" actId="14100"/>
          <ac:spMkLst>
            <pc:docMk/>
            <pc:sldMk cId="2385653247" sldId="286"/>
            <ac:spMk id="3" creationId="{365A3785-C94D-22E4-D230-91E8CF97454C}"/>
          </ac:spMkLst>
        </pc:spChg>
      </pc:sldChg>
      <pc:sldChg chg="modSp mod">
        <pc:chgData name="KIRAN KUMAR GANTA" userId="04d4457b2c6f4d58" providerId="LiveId" clId="{7732D2CA-B0F2-4067-A0C8-DF1E5A25DBD1}" dt="2023-02-24T17:12:34.270" v="113" actId="14100"/>
        <pc:sldMkLst>
          <pc:docMk/>
          <pc:sldMk cId="1075459983" sldId="287"/>
        </pc:sldMkLst>
        <pc:spChg chg="mod">
          <ac:chgData name="KIRAN KUMAR GANTA" userId="04d4457b2c6f4d58" providerId="LiveId" clId="{7732D2CA-B0F2-4067-A0C8-DF1E5A25DBD1}" dt="2023-02-24T17:12:34.270" v="113" actId="14100"/>
          <ac:spMkLst>
            <pc:docMk/>
            <pc:sldMk cId="1075459983" sldId="287"/>
            <ac:spMk id="3" creationId="{67861C45-1915-7E28-1458-CDD63317952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11884B-84CA-4160-BD86-B2268E501C49}" type="datetimeFigureOut">
              <a:rPr lang="en-IN" smtClean="0"/>
              <a:t>19-02-2026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C5D461-F7A2-4832-9747-76F37554B8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37658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1472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568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205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81378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0122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476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38339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764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13689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8080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9918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4509A250-FF31-4206-8172-F9D3106AACB1}" type="datetimeFigureOut">
              <a:rPr lang="en-US" smtClean="0"/>
              <a:t>2/19/2026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50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7" r:id="rId2"/>
    <p:sldLayoutId id="2147483788" r:id="rId3"/>
    <p:sldLayoutId id="2147483789" r:id="rId4"/>
    <p:sldLayoutId id="2147483790" r:id="rId5"/>
    <p:sldLayoutId id="2147483791" r:id="rId6"/>
    <p:sldLayoutId id="2147483792" r:id="rId7"/>
    <p:sldLayoutId id="2147483793" r:id="rId8"/>
    <p:sldLayoutId id="2147483794" r:id="rId9"/>
    <p:sldLayoutId id="2147483795" r:id="rId10"/>
    <p:sldLayoutId id="2147483796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ubtitle 4">
            <a:extLst>
              <a:ext uri="{FF2B5EF4-FFF2-40B4-BE49-F238E27FC236}">
                <a16:creationId xmlns:a16="http://schemas.microsoft.com/office/drawing/2014/main" id="{FC093398-6F0F-4766-9521-01E75E5AFE5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520412" y="6015789"/>
            <a:ext cx="192505" cy="193950"/>
          </a:xfrm>
        </p:spPr>
        <p:txBody>
          <a:bodyPr>
            <a:normAutofit fontScale="40000" lnSpcReduction="20000"/>
          </a:bodyPr>
          <a:lstStyle/>
          <a:p>
            <a:r>
              <a:rPr lang="en-US" dirty="0"/>
              <a:t> </a:t>
            </a:r>
            <a:endParaRPr lang="en-IN" dirty="0"/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22484AF3-2A83-83D3-17A4-351A389B4744}"/>
              </a:ext>
            </a:extLst>
          </p:cNvPr>
          <p:cNvSpPr/>
          <p:nvPr/>
        </p:nvSpPr>
        <p:spPr>
          <a:xfrm>
            <a:off x="2895600" y="599440"/>
            <a:ext cx="6400799" cy="307848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IN" sz="4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TCS NQT -2026</a:t>
            </a:r>
            <a:br>
              <a:rPr lang="en-IN" sz="4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</a:br>
            <a:r>
              <a:rPr lang="en-IN" sz="4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  <a:t>Hiring</a:t>
            </a:r>
            <a:br>
              <a:rPr lang="en-IN" sz="4000" b="1" i="1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man Old Style" pitchFamily="18" charset="0"/>
              </a:rPr>
            </a:br>
            <a:endParaRPr lang="en-IN" sz="4000" dirty="0">
              <a:solidFill>
                <a:srgbClr val="002060"/>
              </a:solidFill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5D84D1C-5EB8-C6F3-AA8C-C8FDD08B72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811" y="28416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622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DC3E-2454-8DA3-9DD3-8254F515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5443" y="5438274"/>
            <a:ext cx="108389" cy="20715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A21FC32-38C4-DE28-C8EB-19B0DDA34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1371600"/>
            <a:ext cx="8321039" cy="469392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359BCC8-CE43-0A00-E381-3B73D0BEBED4}"/>
              </a:ext>
            </a:extLst>
          </p:cNvPr>
          <p:cNvSpPr txBox="1"/>
          <p:nvPr/>
        </p:nvSpPr>
        <p:spPr>
          <a:xfrm>
            <a:off x="3332480" y="457200"/>
            <a:ext cx="511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00B050"/>
                </a:solidFill>
                <a:latin typeface="Bookman Old Style" panose="02050604050505020204" pitchFamily="18" charset="0"/>
              </a:rPr>
              <a:t>TCS NQT PATTERN-2026</a:t>
            </a:r>
            <a:endParaRPr lang="en-IN" sz="2800" b="1" u="sng" dirty="0">
              <a:solidFill>
                <a:srgbClr val="00B05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5029CF2-7801-37A3-4C78-BA1E33EAC1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02239" y="66040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310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25DC3E-2454-8DA3-9DD3-8254F51563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75443" y="5438274"/>
            <a:ext cx="108389" cy="207152"/>
          </a:xfrm>
        </p:spPr>
        <p:txBody>
          <a:bodyPr>
            <a:no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IN" sz="2000" b="1" dirty="0">
                <a:latin typeface="Bookman Old Style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42DFC09-BD2C-0D6A-6CBC-D98BDD61CC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869" y="1249680"/>
            <a:ext cx="6607371" cy="50596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4760757-3D8F-7214-9716-861746A75427}"/>
              </a:ext>
            </a:extLst>
          </p:cNvPr>
          <p:cNvSpPr txBox="1"/>
          <p:nvPr/>
        </p:nvSpPr>
        <p:spPr>
          <a:xfrm>
            <a:off x="3332480" y="457200"/>
            <a:ext cx="511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>
                <a:solidFill>
                  <a:srgbClr val="00B050"/>
                </a:solidFill>
                <a:latin typeface="Bookman Old Style" panose="02050604050505020204" pitchFamily="18" charset="0"/>
              </a:rPr>
              <a:t>PACKAGE/CTC-2026</a:t>
            </a:r>
            <a:endParaRPr lang="en-IN" sz="2800" b="1" u="sng" dirty="0">
              <a:solidFill>
                <a:srgbClr val="00B05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E83EE8AE-9C96-E3B2-8A2D-D32D510F5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131" y="253980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04757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18E54F2F-E3B4-E366-A062-FA7605C845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" y="351154"/>
            <a:ext cx="9753600" cy="60496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4FD548E-328E-EBAB-FD14-03959E1A6F21}"/>
              </a:ext>
            </a:extLst>
          </p:cNvPr>
          <p:cNvSpPr txBox="1"/>
          <p:nvPr/>
        </p:nvSpPr>
        <p:spPr>
          <a:xfrm>
            <a:off x="6360160" y="4033520"/>
            <a:ext cx="31597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(Fill in the blanks)</a:t>
            </a:r>
            <a:endParaRPr lang="en-IN" sz="2400" b="1" dirty="0">
              <a:solidFill>
                <a:srgbClr val="00B05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85ECBE8-F0EA-E5B8-A03E-091155A79C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3820" y="351154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96970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49F9D-F15D-3CD8-62AD-9A97F5A474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210F75-B22C-C9B3-FCB5-6C903E05CA3A}"/>
              </a:ext>
            </a:extLst>
          </p:cNvPr>
          <p:cNvSpPr txBox="1"/>
          <p:nvPr/>
        </p:nvSpPr>
        <p:spPr>
          <a:xfrm>
            <a:off x="1016000" y="908040"/>
            <a:ext cx="10220960" cy="51184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Please go through the FAQs before registering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man Old Style" panose="02050604050505020204" pitchFamily="18" charset="0"/>
              </a:rPr>
              <a:t>Step 1</a:t>
            </a:r>
            <a:r>
              <a:rPr lang="en-US" sz="2000" dirty="0">
                <a:latin typeface="Bookman Old Style" panose="02050604050505020204" pitchFamily="18" charset="0"/>
              </a:rPr>
              <a:t>: Log in to the </a:t>
            </a:r>
            <a:r>
              <a:rPr lang="en-US" sz="20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TCS Next Step </a:t>
            </a:r>
            <a:r>
              <a:rPr lang="en-US" sz="2000" dirty="0">
                <a:latin typeface="Bookman Old Style" panose="02050604050505020204" pitchFamily="18" charset="0"/>
              </a:rPr>
              <a:t>Portal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man Old Style" panose="02050604050505020204" pitchFamily="18" charset="0"/>
              </a:rPr>
              <a:t>Step 2</a:t>
            </a:r>
            <a:r>
              <a:rPr lang="en-US" sz="2000" dirty="0">
                <a:latin typeface="Bookman Old Style" panose="02050604050505020204" pitchFamily="18" charset="0"/>
              </a:rPr>
              <a:t>: </a:t>
            </a:r>
            <a:r>
              <a:rPr lang="en-US" sz="2000" b="1" dirty="0">
                <a:solidFill>
                  <a:srgbClr val="0070C0"/>
                </a:solidFill>
                <a:latin typeface="Bookman Old Style" panose="02050604050505020204" pitchFamily="18" charset="0"/>
              </a:rPr>
              <a:t>Register &amp; Apply </a:t>
            </a:r>
            <a:r>
              <a:rPr lang="en-US" sz="2000" dirty="0">
                <a:latin typeface="Bookman Old Style" panose="02050604050505020204" pitchFamily="18" charset="0"/>
              </a:rPr>
              <a:t>for the Drive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Existing Users: </a:t>
            </a:r>
            <a:r>
              <a:rPr lang="en-US" sz="2000" dirty="0">
                <a:latin typeface="Bookman Old Style" panose="02050604050505020204" pitchFamily="18" charset="0"/>
              </a:rPr>
              <a:t>Log in with TCS Reference ID → Apply For Drive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New Users: </a:t>
            </a:r>
            <a:r>
              <a:rPr lang="en-US" sz="2000" dirty="0">
                <a:latin typeface="Bookman Old Style" panose="02050604050505020204" pitchFamily="18" charset="0"/>
              </a:rPr>
              <a:t>Register Now → Category IT → Apply For Drive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Application form can be filled after test results are declared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man Old Style" panose="02050604050505020204" pitchFamily="18" charset="0"/>
              </a:rPr>
              <a:t>Step 3:</a:t>
            </a:r>
            <a:r>
              <a:rPr lang="en-US" sz="2000" dirty="0">
                <a:latin typeface="Bookman Old Style" panose="02050604050505020204" pitchFamily="18" charset="0"/>
              </a:rPr>
              <a:t> Select the skill for evaluation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man Old Style" panose="02050604050505020204" pitchFamily="18" charset="0"/>
              </a:rPr>
              <a:t>Step 4</a:t>
            </a:r>
            <a:r>
              <a:rPr lang="en-US" sz="2000" dirty="0">
                <a:latin typeface="Bookman Old Style" panose="02050604050505020204" pitchFamily="18" charset="0"/>
              </a:rPr>
              <a:t>: Choose In-center test mode &amp; select 3 preferred centers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Bookman Old Style" panose="02050604050505020204" pitchFamily="18" charset="0"/>
              </a:rPr>
              <a:t>Test center allocation depends on availability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man Old Style" panose="02050604050505020204" pitchFamily="18" charset="0"/>
              </a:rPr>
              <a:t>Step 5:</a:t>
            </a:r>
            <a:r>
              <a:rPr lang="en-US" sz="2000" dirty="0">
                <a:latin typeface="Bookman Old Style" panose="02050604050505020204" pitchFamily="18" charset="0"/>
              </a:rPr>
              <a:t> Select 3 preferred job cities</a:t>
            </a:r>
          </a:p>
          <a:p>
            <a:pPr>
              <a:lnSpc>
                <a:spcPct val="150000"/>
              </a:lnSpc>
            </a:pPr>
            <a:r>
              <a:rPr lang="en-US" sz="2000" b="1" dirty="0">
                <a:latin typeface="Bookman Old Style" panose="02050604050505020204" pitchFamily="18" charset="0"/>
              </a:rPr>
              <a:t>Step 6:</a:t>
            </a:r>
            <a:r>
              <a:rPr lang="en-US" sz="2000" dirty="0">
                <a:latin typeface="Bookman Old Style" panose="02050604050505020204" pitchFamily="18" charset="0"/>
              </a:rPr>
              <a:t> Track Your Application → Status: Applied for Drive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47421B6-547B-6498-A00D-C6A0686094D8}"/>
              </a:ext>
            </a:extLst>
          </p:cNvPr>
          <p:cNvSpPr txBox="1"/>
          <p:nvPr/>
        </p:nvSpPr>
        <p:spPr>
          <a:xfrm>
            <a:off x="3332480" y="457200"/>
            <a:ext cx="511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APPLICATION PROCESS</a:t>
            </a:r>
            <a:endParaRPr lang="en-IN" sz="2800" b="1" dirty="0">
              <a:solidFill>
                <a:srgbClr val="00B050"/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0DC9EE00-5A33-CAB6-AA53-970C2C76B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651" y="21304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7111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C58A83-0C29-4B00-28C0-82B8AACFD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A7C0DDC-2793-3050-781F-9F0BFE863240}"/>
              </a:ext>
            </a:extLst>
          </p:cNvPr>
          <p:cNvSpPr txBox="1"/>
          <p:nvPr/>
        </p:nvSpPr>
        <p:spPr>
          <a:xfrm>
            <a:off x="3794760" y="447040"/>
            <a:ext cx="511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Numerical Ability</a:t>
            </a:r>
            <a:endParaRPr lang="en-IN" sz="2800" b="1" dirty="0">
              <a:solidFill>
                <a:srgbClr val="00B05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A8164C6-F677-F765-1B68-03FE1599FFCD}"/>
              </a:ext>
            </a:extLst>
          </p:cNvPr>
          <p:cNvSpPr txBox="1"/>
          <p:nvPr/>
        </p:nvSpPr>
        <p:spPr>
          <a:xfrm>
            <a:off x="802640" y="1304280"/>
            <a:ext cx="4968240" cy="41925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Number System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LCM &amp; HCF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Divisibility Rules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Simplification &amp; Approximation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Ratio &amp; Proportion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Percentages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Averages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Profit, Loss &amp; Discount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Simple &amp; Compound Interest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F5A8C73-C9F1-7334-7AF6-27641D407BCB}"/>
              </a:ext>
            </a:extLst>
          </p:cNvPr>
          <p:cNvSpPr txBox="1"/>
          <p:nvPr/>
        </p:nvSpPr>
        <p:spPr>
          <a:xfrm>
            <a:off x="6350000" y="1416040"/>
            <a:ext cx="4856480" cy="37308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Time, Speed &amp; Distance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Time &amp; Work / Pipes &amp; Cisterns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Permutation &amp; Combination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Probability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Mixtures &amp; Allegation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Algebra (basic equations)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Geometry &amp; Mensuration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Statistics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1B75BDE4-71AE-AD3A-6A8C-8F6514A356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651" y="21304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72807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614FA2-0745-7756-7B23-79A9CE09F2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66EC8E8-D904-3A45-2DB7-7C2AE1FE1377}"/>
              </a:ext>
            </a:extLst>
          </p:cNvPr>
          <p:cNvSpPr txBox="1"/>
          <p:nvPr/>
        </p:nvSpPr>
        <p:spPr>
          <a:xfrm>
            <a:off x="3794760" y="447040"/>
            <a:ext cx="511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Reasoning Ability</a:t>
            </a:r>
            <a:endParaRPr lang="en-IN" sz="2800" b="1" dirty="0">
              <a:solidFill>
                <a:srgbClr val="00B05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BDF847-11B6-3EAB-F29A-57544229AEF4}"/>
              </a:ext>
            </a:extLst>
          </p:cNvPr>
          <p:cNvSpPr txBox="1"/>
          <p:nvPr/>
        </p:nvSpPr>
        <p:spPr>
          <a:xfrm>
            <a:off x="1148080" y="1507480"/>
            <a:ext cx="5293360" cy="326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Number Series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Letter Series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Coding–Decoding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Analogy (Word, Number, Alphabet)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Blood Relations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Direction Sense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Ranking / Order Puzzles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091B68-3702-1248-0ACC-F3D4D129E80A}"/>
              </a:ext>
            </a:extLst>
          </p:cNvPr>
          <p:cNvSpPr txBox="1"/>
          <p:nvPr/>
        </p:nvSpPr>
        <p:spPr>
          <a:xfrm>
            <a:off x="6532880" y="1416040"/>
            <a:ext cx="4856480" cy="3269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Calendar &amp; Clock Problems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Syllogism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Critical Reasoning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Seating Arrangement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Puzzles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Inequalities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Figure based Problems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230246B6-9251-A20F-35E1-3CAC85C28C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651" y="21304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1644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1C8374-A172-3C89-9556-14505AA0C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3475070-37E7-9885-4E90-BF325B8C191C}"/>
              </a:ext>
            </a:extLst>
          </p:cNvPr>
          <p:cNvSpPr txBox="1"/>
          <p:nvPr/>
        </p:nvSpPr>
        <p:spPr>
          <a:xfrm>
            <a:off x="3794760" y="447040"/>
            <a:ext cx="5110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Verbal Ability</a:t>
            </a:r>
            <a:endParaRPr lang="en-IN" sz="2800" b="1" dirty="0">
              <a:solidFill>
                <a:srgbClr val="00B05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D511E07-B6DF-1B2B-6035-EE6A87F3B14A}"/>
              </a:ext>
            </a:extLst>
          </p:cNvPr>
          <p:cNvSpPr txBox="1"/>
          <p:nvPr/>
        </p:nvSpPr>
        <p:spPr>
          <a:xfrm>
            <a:off x="833120" y="970260"/>
            <a:ext cx="10109200" cy="511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Grammar:</a:t>
            </a: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 Tenses, Articles, Prepositions, Subject–Verb Agreement, Voice, Speech, Error Spotting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Vocabulary: </a:t>
            </a: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Synonyms, Antonyms, Idioms, One Word Substitution, Spelling Correction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Reading Comprehension</a:t>
            </a: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: Short passages with inference and vocabulary questions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b="1" dirty="0">
              <a:solidFill>
                <a:srgbClr val="002060"/>
              </a:solidFill>
              <a:latin typeface="Bookman Old Style" panose="020506040505050202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Sentence Skills</a:t>
            </a:r>
            <a:r>
              <a:rPr lang="en-US" sz="2000" b="1" dirty="0">
                <a:solidFill>
                  <a:srgbClr val="002060"/>
                </a:solidFill>
                <a:latin typeface="Bookman Old Style" panose="02050604050505020204" pitchFamily="18" charset="0"/>
              </a:rPr>
              <a:t>: Jumbled Sentences, Sentence Completion Test, Rearrangement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FBE90481-05AC-C6B9-43F1-43B17523D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651" y="21304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2631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33C4FD-21AA-3EFB-2EAE-F89F31D40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87018AD-F80C-7FFE-7530-37D654FE3953}"/>
              </a:ext>
            </a:extLst>
          </p:cNvPr>
          <p:cNvSpPr txBox="1"/>
          <p:nvPr/>
        </p:nvSpPr>
        <p:spPr>
          <a:xfrm>
            <a:off x="3794760" y="447040"/>
            <a:ext cx="19151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B050"/>
                </a:solidFill>
                <a:latin typeface="Bookman Old Style" panose="02050604050505020204" pitchFamily="18" charset="0"/>
              </a:rPr>
              <a:t>Coding</a:t>
            </a:r>
            <a:endParaRPr lang="en-IN" sz="2800" b="1" dirty="0">
              <a:solidFill>
                <a:srgbClr val="00B05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5959734-BC53-DA6F-E5E5-CEDF3056AC15}"/>
              </a:ext>
            </a:extLst>
          </p:cNvPr>
          <p:cNvSpPr txBox="1"/>
          <p:nvPr/>
        </p:nvSpPr>
        <p:spPr>
          <a:xfrm>
            <a:off x="538480" y="970260"/>
            <a:ext cx="10434320" cy="5115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Basic Programming Concepts: </a:t>
            </a:r>
            <a:r>
              <a:rPr lang="en-US" sz="2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Variables, Data Types, Input/Output, Operators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Control Structures: </a:t>
            </a:r>
            <a:r>
              <a:rPr lang="en-US" sz="2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if–else, loops (for, while, do-while), switch case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Functions &amp; Recursion: </a:t>
            </a:r>
            <a:r>
              <a:rPr lang="en-US" sz="2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Function definition, parameters, return types, recursive logic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Arrays &amp; Strings: </a:t>
            </a:r>
            <a:r>
              <a:rPr lang="en-US" sz="2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Searching, sorting, manipulation operations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Pointers &amp; Memory (C/C++): </a:t>
            </a:r>
            <a:r>
              <a:rPr lang="en-US" sz="2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Basic pointer usage, memory (optional)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Data Structures: </a:t>
            </a:r>
            <a:r>
              <a:rPr lang="en-US" sz="2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Stack, Queue, Linked List (basic), Dynamic programming, Graphs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2"/>
                </a:solidFill>
                <a:latin typeface="Bookman Old Style" panose="02050604050505020204" pitchFamily="18" charset="0"/>
              </a:rPr>
              <a:t>Logic Building: </a:t>
            </a:r>
            <a:r>
              <a:rPr lang="en-US" sz="2000" b="1" dirty="0">
                <a:solidFill>
                  <a:srgbClr val="7030A0"/>
                </a:solidFill>
                <a:latin typeface="Bookman Old Style" panose="02050604050505020204" pitchFamily="18" charset="0"/>
              </a:rPr>
              <a:t>Pattern printing, simple math problems, number operations</a:t>
            </a:r>
          </a:p>
        </p:txBody>
      </p:sp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830917FA-BBCF-F6C9-9631-21142C956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10651" y="213043"/>
            <a:ext cx="1681480" cy="145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6520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48DE71-F25D-B301-629D-2A61FE11C1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yellow and blue sign with words">
            <a:extLst>
              <a:ext uri="{FF2B5EF4-FFF2-40B4-BE49-F238E27FC236}">
                <a16:creationId xmlns:a16="http://schemas.microsoft.com/office/drawing/2014/main" id="{6F1228DE-FA94-0007-FE35-314F436B7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451" y="628315"/>
            <a:ext cx="1681480" cy="1452880"/>
          </a:xfrm>
          <a:prstGeom prst="rect">
            <a:avLst/>
          </a:prstGeom>
        </p:spPr>
      </p:pic>
      <p:sp>
        <p:nvSpPr>
          <p:cNvPr id="3" name="Google Shape;524;p33">
            <a:extLst>
              <a:ext uri="{FF2B5EF4-FFF2-40B4-BE49-F238E27FC236}">
                <a16:creationId xmlns:a16="http://schemas.microsoft.com/office/drawing/2014/main" id="{613310F3-2E59-A9C9-A8F8-0515D981358C}"/>
              </a:ext>
            </a:extLst>
          </p:cNvPr>
          <p:cNvSpPr txBox="1">
            <a:spLocks/>
          </p:cNvSpPr>
          <p:nvPr/>
        </p:nvSpPr>
        <p:spPr>
          <a:xfrm>
            <a:off x="2357280" y="2269200"/>
            <a:ext cx="6593700" cy="115980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</a:pPr>
            <a:r>
              <a:rPr lang="en-IN" sz="6000" b="1" dirty="0">
                <a:solidFill>
                  <a:srgbClr val="7030A0"/>
                </a:solidFill>
              </a:rPr>
              <a:t>THANK YOU ALL!</a:t>
            </a:r>
          </a:p>
        </p:txBody>
      </p:sp>
      <p:sp>
        <p:nvSpPr>
          <p:cNvPr id="6" name="Google Shape;524;p33">
            <a:extLst>
              <a:ext uri="{FF2B5EF4-FFF2-40B4-BE49-F238E27FC236}">
                <a16:creationId xmlns:a16="http://schemas.microsoft.com/office/drawing/2014/main" id="{485FF6F0-62DD-7AA0-A013-07647C1983E4}"/>
              </a:ext>
            </a:extLst>
          </p:cNvPr>
          <p:cNvSpPr txBox="1">
            <a:spLocks/>
          </p:cNvSpPr>
          <p:nvPr/>
        </p:nvSpPr>
        <p:spPr>
          <a:xfrm>
            <a:off x="2016446" y="3617005"/>
            <a:ext cx="6593700" cy="115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Roboto Condensed"/>
              <a:buNone/>
              <a:defRPr sz="2000" b="1" i="0" u="none" strike="noStrike" cap="none">
                <a:solidFill>
                  <a:schemeClr val="lt1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algn="ctr"/>
            <a:r>
              <a:rPr lang="en-IN" sz="6000" dirty="0">
                <a:solidFill>
                  <a:srgbClr val="00B0F0"/>
                </a:solidFill>
              </a:rPr>
              <a:t>All the best… </a:t>
            </a:r>
          </a:p>
        </p:txBody>
      </p:sp>
      <p:grpSp>
        <p:nvGrpSpPr>
          <p:cNvPr id="7" name="Google Shape;526;p33">
            <a:extLst>
              <a:ext uri="{FF2B5EF4-FFF2-40B4-BE49-F238E27FC236}">
                <a16:creationId xmlns:a16="http://schemas.microsoft.com/office/drawing/2014/main" id="{94101966-AD37-F8D2-D22F-E4ED4DF6C31A}"/>
              </a:ext>
            </a:extLst>
          </p:cNvPr>
          <p:cNvGrpSpPr/>
          <p:nvPr/>
        </p:nvGrpSpPr>
        <p:grpSpPr>
          <a:xfrm>
            <a:off x="7336236" y="3951428"/>
            <a:ext cx="667844" cy="647816"/>
            <a:chOff x="5972700" y="2330200"/>
            <a:chExt cx="411625" cy="387275"/>
          </a:xfrm>
        </p:grpSpPr>
        <p:sp>
          <p:nvSpPr>
            <p:cNvPr id="8" name="Google Shape;527;p33">
              <a:extLst>
                <a:ext uri="{FF2B5EF4-FFF2-40B4-BE49-F238E27FC236}">
                  <a16:creationId xmlns:a16="http://schemas.microsoft.com/office/drawing/2014/main" id="{7EC9770D-3461-D37C-F76B-B6E337AF8D85}"/>
                </a:ext>
              </a:extLst>
            </p:cNvPr>
            <p:cNvSpPr/>
            <p:nvPr/>
          </p:nvSpPr>
          <p:spPr>
            <a:xfrm>
              <a:off x="5972700" y="2476950"/>
              <a:ext cx="98050" cy="219825"/>
            </a:xfrm>
            <a:custGeom>
              <a:avLst/>
              <a:gdLst/>
              <a:ahLst/>
              <a:cxnLst/>
              <a:rect l="l" t="t" r="r" b="b"/>
              <a:pathLst>
                <a:path w="3922" h="8793" fill="none" extrusionOk="0">
                  <a:moveTo>
                    <a:pt x="0" y="0"/>
                  </a:moveTo>
                  <a:lnTo>
                    <a:pt x="0" y="8792"/>
                  </a:lnTo>
                  <a:lnTo>
                    <a:pt x="3921" y="8792"/>
                  </a:lnTo>
                  <a:lnTo>
                    <a:pt x="3921" y="0"/>
                  </a:lnTo>
                  <a:lnTo>
                    <a:pt x="0" y="0"/>
                  </a:lnTo>
                  <a:close/>
                  <a:moveTo>
                    <a:pt x="2411" y="2411"/>
                  </a:moveTo>
                  <a:lnTo>
                    <a:pt x="2411" y="2411"/>
                  </a:lnTo>
                  <a:lnTo>
                    <a:pt x="2265" y="2387"/>
                  </a:lnTo>
                  <a:lnTo>
                    <a:pt x="2143" y="2363"/>
                  </a:lnTo>
                  <a:lnTo>
                    <a:pt x="2022" y="2290"/>
                  </a:lnTo>
                  <a:lnTo>
                    <a:pt x="1924" y="2216"/>
                  </a:lnTo>
                  <a:lnTo>
                    <a:pt x="1827" y="2095"/>
                  </a:lnTo>
                  <a:lnTo>
                    <a:pt x="1754" y="1973"/>
                  </a:lnTo>
                  <a:lnTo>
                    <a:pt x="1729" y="1851"/>
                  </a:lnTo>
                  <a:lnTo>
                    <a:pt x="1705" y="1705"/>
                  </a:lnTo>
                  <a:lnTo>
                    <a:pt x="1705" y="1705"/>
                  </a:lnTo>
                  <a:lnTo>
                    <a:pt x="1729" y="1559"/>
                  </a:lnTo>
                  <a:lnTo>
                    <a:pt x="1754" y="1437"/>
                  </a:lnTo>
                  <a:lnTo>
                    <a:pt x="1827" y="1315"/>
                  </a:lnTo>
                  <a:lnTo>
                    <a:pt x="1924" y="1218"/>
                  </a:lnTo>
                  <a:lnTo>
                    <a:pt x="2022" y="1120"/>
                  </a:lnTo>
                  <a:lnTo>
                    <a:pt x="2143" y="1072"/>
                  </a:lnTo>
                  <a:lnTo>
                    <a:pt x="2265" y="1023"/>
                  </a:lnTo>
                  <a:lnTo>
                    <a:pt x="2411" y="999"/>
                  </a:lnTo>
                  <a:lnTo>
                    <a:pt x="2411" y="999"/>
                  </a:lnTo>
                  <a:lnTo>
                    <a:pt x="2557" y="1023"/>
                  </a:lnTo>
                  <a:lnTo>
                    <a:pt x="2679" y="1072"/>
                  </a:lnTo>
                  <a:lnTo>
                    <a:pt x="2801" y="1120"/>
                  </a:lnTo>
                  <a:lnTo>
                    <a:pt x="2898" y="1218"/>
                  </a:lnTo>
                  <a:lnTo>
                    <a:pt x="2996" y="1315"/>
                  </a:lnTo>
                  <a:lnTo>
                    <a:pt x="3069" y="1437"/>
                  </a:lnTo>
                  <a:lnTo>
                    <a:pt x="3093" y="1559"/>
                  </a:lnTo>
                  <a:lnTo>
                    <a:pt x="3118" y="1705"/>
                  </a:lnTo>
                  <a:lnTo>
                    <a:pt x="3118" y="1705"/>
                  </a:lnTo>
                  <a:lnTo>
                    <a:pt x="3093" y="1851"/>
                  </a:lnTo>
                  <a:lnTo>
                    <a:pt x="3069" y="1973"/>
                  </a:lnTo>
                  <a:lnTo>
                    <a:pt x="2996" y="2095"/>
                  </a:lnTo>
                  <a:lnTo>
                    <a:pt x="2898" y="2216"/>
                  </a:lnTo>
                  <a:lnTo>
                    <a:pt x="2801" y="2290"/>
                  </a:lnTo>
                  <a:lnTo>
                    <a:pt x="2679" y="2363"/>
                  </a:lnTo>
                  <a:lnTo>
                    <a:pt x="2557" y="2387"/>
                  </a:lnTo>
                  <a:lnTo>
                    <a:pt x="2411" y="2411"/>
                  </a:lnTo>
                  <a:lnTo>
                    <a:pt x="2411" y="2411"/>
                  </a:lnTo>
                  <a:close/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9" name="Google Shape;528;p33">
              <a:extLst>
                <a:ext uri="{FF2B5EF4-FFF2-40B4-BE49-F238E27FC236}">
                  <a16:creationId xmlns:a16="http://schemas.microsoft.com/office/drawing/2014/main" id="{9326C557-2E44-11FC-E051-C7423FB5A897}"/>
                </a:ext>
              </a:extLst>
            </p:cNvPr>
            <p:cNvSpPr/>
            <p:nvPr/>
          </p:nvSpPr>
          <p:spPr>
            <a:xfrm>
              <a:off x="6078025" y="2330200"/>
              <a:ext cx="306300" cy="387275"/>
            </a:xfrm>
            <a:custGeom>
              <a:avLst/>
              <a:gdLst/>
              <a:ahLst/>
              <a:cxnLst/>
              <a:rect l="l" t="t" r="r" b="b"/>
              <a:pathLst>
                <a:path w="12252" h="15491" fill="none" extrusionOk="0">
                  <a:moveTo>
                    <a:pt x="1" y="13396"/>
                  </a:moveTo>
                  <a:lnTo>
                    <a:pt x="1511" y="13396"/>
                  </a:lnTo>
                  <a:lnTo>
                    <a:pt x="1511" y="13396"/>
                  </a:lnTo>
                  <a:lnTo>
                    <a:pt x="1998" y="13639"/>
                  </a:lnTo>
                  <a:lnTo>
                    <a:pt x="2680" y="13932"/>
                  </a:lnTo>
                  <a:lnTo>
                    <a:pt x="3556" y="14273"/>
                  </a:lnTo>
                  <a:lnTo>
                    <a:pt x="4531" y="14638"/>
                  </a:lnTo>
                  <a:lnTo>
                    <a:pt x="5578" y="14955"/>
                  </a:lnTo>
                  <a:lnTo>
                    <a:pt x="6114" y="15101"/>
                  </a:lnTo>
                  <a:lnTo>
                    <a:pt x="6650" y="15222"/>
                  </a:lnTo>
                  <a:lnTo>
                    <a:pt x="7161" y="15344"/>
                  </a:lnTo>
                  <a:lnTo>
                    <a:pt x="7672" y="15417"/>
                  </a:lnTo>
                  <a:lnTo>
                    <a:pt x="8135" y="15466"/>
                  </a:lnTo>
                  <a:lnTo>
                    <a:pt x="8598" y="15490"/>
                  </a:lnTo>
                  <a:lnTo>
                    <a:pt x="8598" y="15490"/>
                  </a:lnTo>
                  <a:lnTo>
                    <a:pt x="9377" y="15490"/>
                  </a:lnTo>
                  <a:lnTo>
                    <a:pt x="9791" y="15466"/>
                  </a:lnTo>
                  <a:lnTo>
                    <a:pt x="10181" y="15417"/>
                  </a:lnTo>
                  <a:lnTo>
                    <a:pt x="10522" y="15320"/>
                  </a:lnTo>
                  <a:lnTo>
                    <a:pt x="10692" y="15271"/>
                  </a:lnTo>
                  <a:lnTo>
                    <a:pt x="10814" y="15222"/>
                  </a:lnTo>
                  <a:lnTo>
                    <a:pt x="10936" y="15149"/>
                  </a:lnTo>
                  <a:lnTo>
                    <a:pt x="11033" y="15052"/>
                  </a:lnTo>
                  <a:lnTo>
                    <a:pt x="11082" y="14955"/>
                  </a:lnTo>
                  <a:lnTo>
                    <a:pt x="11131" y="14833"/>
                  </a:lnTo>
                  <a:lnTo>
                    <a:pt x="11204" y="14126"/>
                  </a:lnTo>
                  <a:lnTo>
                    <a:pt x="11204" y="14126"/>
                  </a:lnTo>
                  <a:lnTo>
                    <a:pt x="11180" y="13956"/>
                  </a:lnTo>
                  <a:lnTo>
                    <a:pt x="11131" y="13810"/>
                  </a:lnTo>
                  <a:lnTo>
                    <a:pt x="11033" y="13664"/>
                  </a:lnTo>
                  <a:lnTo>
                    <a:pt x="10887" y="13542"/>
                  </a:lnTo>
                  <a:lnTo>
                    <a:pt x="10887" y="13542"/>
                  </a:lnTo>
                  <a:lnTo>
                    <a:pt x="11009" y="13518"/>
                  </a:lnTo>
                  <a:lnTo>
                    <a:pt x="11131" y="13469"/>
                  </a:lnTo>
                  <a:lnTo>
                    <a:pt x="11253" y="13420"/>
                  </a:lnTo>
                  <a:lnTo>
                    <a:pt x="11350" y="13323"/>
                  </a:lnTo>
                  <a:lnTo>
                    <a:pt x="11423" y="13225"/>
                  </a:lnTo>
                  <a:lnTo>
                    <a:pt x="11496" y="13104"/>
                  </a:lnTo>
                  <a:lnTo>
                    <a:pt x="11545" y="12957"/>
                  </a:lnTo>
                  <a:lnTo>
                    <a:pt x="11569" y="12836"/>
                  </a:lnTo>
                  <a:lnTo>
                    <a:pt x="11642" y="11959"/>
                  </a:lnTo>
                  <a:lnTo>
                    <a:pt x="11642" y="11959"/>
                  </a:lnTo>
                  <a:lnTo>
                    <a:pt x="11642" y="11837"/>
                  </a:lnTo>
                  <a:lnTo>
                    <a:pt x="11642" y="11740"/>
                  </a:lnTo>
                  <a:lnTo>
                    <a:pt x="11618" y="11618"/>
                  </a:lnTo>
                  <a:lnTo>
                    <a:pt x="11569" y="11521"/>
                  </a:lnTo>
                  <a:lnTo>
                    <a:pt x="11447" y="11350"/>
                  </a:lnTo>
                  <a:lnTo>
                    <a:pt x="11374" y="11277"/>
                  </a:lnTo>
                  <a:lnTo>
                    <a:pt x="11301" y="11204"/>
                  </a:lnTo>
                  <a:lnTo>
                    <a:pt x="11301" y="11204"/>
                  </a:lnTo>
                  <a:lnTo>
                    <a:pt x="11423" y="11180"/>
                  </a:lnTo>
                  <a:lnTo>
                    <a:pt x="11521" y="11131"/>
                  </a:lnTo>
                  <a:lnTo>
                    <a:pt x="11618" y="11058"/>
                  </a:lnTo>
                  <a:lnTo>
                    <a:pt x="11715" y="10960"/>
                  </a:lnTo>
                  <a:lnTo>
                    <a:pt x="11788" y="10863"/>
                  </a:lnTo>
                  <a:lnTo>
                    <a:pt x="11837" y="10766"/>
                  </a:lnTo>
                  <a:lnTo>
                    <a:pt x="11886" y="10644"/>
                  </a:lnTo>
                  <a:lnTo>
                    <a:pt x="11910" y="10498"/>
                  </a:lnTo>
                  <a:lnTo>
                    <a:pt x="11983" y="9645"/>
                  </a:lnTo>
                  <a:lnTo>
                    <a:pt x="11983" y="9645"/>
                  </a:lnTo>
                  <a:lnTo>
                    <a:pt x="11983" y="9523"/>
                  </a:lnTo>
                  <a:lnTo>
                    <a:pt x="11983" y="9402"/>
                  </a:lnTo>
                  <a:lnTo>
                    <a:pt x="11959" y="9280"/>
                  </a:lnTo>
                  <a:lnTo>
                    <a:pt x="11910" y="9182"/>
                  </a:lnTo>
                  <a:lnTo>
                    <a:pt x="11861" y="9085"/>
                  </a:lnTo>
                  <a:lnTo>
                    <a:pt x="11788" y="9012"/>
                  </a:lnTo>
                  <a:lnTo>
                    <a:pt x="11715" y="8939"/>
                  </a:lnTo>
                  <a:lnTo>
                    <a:pt x="11618" y="8866"/>
                  </a:lnTo>
                  <a:lnTo>
                    <a:pt x="11618" y="8866"/>
                  </a:lnTo>
                  <a:lnTo>
                    <a:pt x="11715" y="8841"/>
                  </a:lnTo>
                  <a:lnTo>
                    <a:pt x="11813" y="8768"/>
                  </a:lnTo>
                  <a:lnTo>
                    <a:pt x="11910" y="8695"/>
                  </a:lnTo>
                  <a:lnTo>
                    <a:pt x="11983" y="8622"/>
                  </a:lnTo>
                  <a:lnTo>
                    <a:pt x="12056" y="8525"/>
                  </a:lnTo>
                  <a:lnTo>
                    <a:pt x="12105" y="8427"/>
                  </a:lnTo>
                  <a:lnTo>
                    <a:pt x="12129" y="8306"/>
                  </a:lnTo>
                  <a:lnTo>
                    <a:pt x="12154" y="8184"/>
                  </a:lnTo>
                  <a:lnTo>
                    <a:pt x="12251" y="7307"/>
                  </a:lnTo>
                  <a:lnTo>
                    <a:pt x="12251" y="7307"/>
                  </a:lnTo>
                  <a:lnTo>
                    <a:pt x="12227" y="7185"/>
                  </a:lnTo>
                  <a:lnTo>
                    <a:pt x="12202" y="7064"/>
                  </a:lnTo>
                  <a:lnTo>
                    <a:pt x="12154" y="6966"/>
                  </a:lnTo>
                  <a:lnTo>
                    <a:pt x="12105" y="6869"/>
                  </a:lnTo>
                  <a:lnTo>
                    <a:pt x="12032" y="6771"/>
                  </a:lnTo>
                  <a:lnTo>
                    <a:pt x="11935" y="6698"/>
                  </a:lnTo>
                  <a:lnTo>
                    <a:pt x="11715" y="6552"/>
                  </a:lnTo>
                  <a:lnTo>
                    <a:pt x="11472" y="6430"/>
                  </a:lnTo>
                  <a:lnTo>
                    <a:pt x="11180" y="6333"/>
                  </a:lnTo>
                  <a:lnTo>
                    <a:pt x="10863" y="6260"/>
                  </a:lnTo>
                  <a:lnTo>
                    <a:pt x="10546" y="6211"/>
                  </a:lnTo>
                  <a:lnTo>
                    <a:pt x="10546" y="6211"/>
                  </a:lnTo>
                  <a:lnTo>
                    <a:pt x="9864" y="6114"/>
                  </a:lnTo>
                  <a:lnTo>
                    <a:pt x="8817" y="6016"/>
                  </a:lnTo>
                  <a:lnTo>
                    <a:pt x="7575" y="5943"/>
                  </a:lnTo>
                  <a:lnTo>
                    <a:pt x="6309" y="5870"/>
                  </a:lnTo>
                  <a:lnTo>
                    <a:pt x="6309" y="5870"/>
                  </a:lnTo>
                  <a:lnTo>
                    <a:pt x="6479" y="5578"/>
                  </a:lnTo>
                  <a:lnTo>
                    <a:pt x="6625" y="5237"/>
                  </a:lnTo>
                  <a:lnTo>
                    <a:pt x="6771" y="4872"/>
                  </a:lnTo>
                  <a:lnTo>
                    <a:pt x="6869" y="4482"/>
                  </a:lnTo>
                  <a:lnTo>
                    <a:pt x="6966" y="4092"/>
                  </a:lnTo>
                  <a:lnTo>
                    <a:pt x="7064" y="3678"/>
                  </a:lnTo>
                  <a:lnTo>
                    <a:pt x="7161" y="2875"/>
                  </a:lnTo>
                  <a:lnTo>
                    <a:pt x="7234" y="2144"/>
                  </a:lnTo>
                  <a:lnTo>
                    <a:pt x="7283" y="1535"/>
                  </a:lnTo>
                  <a:lnTo>
                    <a:pt x="7283" y="975"/>
                  </a:lnTo>
                  <a:lnTo>
                    <a:pt x="7283" y="975"/>
                  </a:lnTo>
                  <a:lnTo>
                    <a:pt x="7283" y="804"/>
                  </a:lnTo>
                  <a:lnTo>
                    <a:pt x="7210" y="609"/>
                  </a:lnTo>
                  <a:lnTo>
                    <a:pt x="7137" y="463"/>
                  </a:lnTo>
                  <a:lnTo>
                    <a:pt x="7015" y="317"/>
                  </a:lnTo>
                  <a:lnTo>
                    <a:pt x="6869" y="171"/>
                  </a:lnTo>
                  <a:lnTo>
                    <a:pt x="6698" y="98"/>
                  </a:lnTo>
                  <a:lnTo>
                    <a:pt x="6503" y="25"/>
                  </a:lnTo>
                  <a:lnTo>
                    <a:pt x="6309" y="1"/>
                  </a:lnTo>
                  <a:lnTo>
                    <a:pt x="6309" y="1"/>
                  </a:lnTo>
                  <a:lnTo>
                    <a:pt x="5943" y="25"/>
                  </a:lnTo>
                  <a:lnTo>
                    <a:pt x="5700" y="74"/>
                  </a:lnTo>
                  <a:lnTo>
                    <a:pt x="5505" y="147"/>
                  </a:lnTo>
                  <a:lnTo>
                    <a:pt x="5359" y="220"/>
                  </a:lnTo>
                  <a:lnTo>
                    <a:pt x="5359" y="220"/>
                  </a:lnTo>
                  <a:lnTo>
                    <a:pt x="4969" y="1462"/>
                  </a:lnTo>
                  <a:lnTo>
                    <a:pt x="4774" y="2022"/>
                  </a:lnTo>
                  <a:lnTo>
                    <a:pt x="4579" y="2534"/>
                  </a:lnTo>
                  <a:lnTo>
                    <a:pt x="4385" y="2996"/>
                  </a:lnTo>
                  <a:lnTo>
                    <a:pt x="4190" y="3386"/>
                  </a:lnTo>
                  <a:lnTo>
                    <a:pt x="4019" y="3678"/>
                  </a:lnTo>
                  <a:lnTo>
                    <a:pt x="3873" y="3922"/>
                  </a:lnTo>
                  <a:lnTo>
                    <a:pt x="3873" y="3922"/>
                  </a:lnTo>
                  <a:lnTo>
                    <a:pt x="3654" y="4141"/>
                  </a:lnTo>
                  <a:lnTo>
                    <a:pt x="3313" y="4482"/>
                  </a:lnTo>
                  <a:lnTo>
                    <a:pt x="2509" y="5237"/>
                  </a:lnTo>
                  <a:lnTo>
                    <a:pt x="1438" y="6211"/>
                  </a:lnTo>
                  <a:lnTo>
                    <a:pt x="1" y="6211"/>
                  </a:lnTo>
                </a:path>
              </a:pathLst>
            </a:custGeom>
            <a:noFill/>
            <a:ln w="19050" cap="rnd" cmpd="sng">
              <a:solidFill>
                <a:srgbClr val="3F537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56574523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2299</TotalTime>
  <Words>389</Words>
  <Application>Microsoft Office PowerPoint</Application>
  <PresentationFormat>Widescreen</PresentationFormat>
  <Paragraphs>70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Bookman Old Style</vt:lpstr>
      <vt:lpstr>Calibri</vt:lpstr>
      <vt:lpstr>Corbel</vt:lpstr>
      <vt:lpstr>Wingdings</vt:lpstr>
      <vt:lpstr>Basis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     AVERAGES </dc:title>
  <dc:creator>KIRAN KUMAR GANTA</dc:creator>
  <cp:lastModifiedBy>harikrishnareddy pagadam</cp:lastModifiedBy>
  <cp:revision>274</cp:revision>
  <dcterms:created xsi:type="dcterms:W3CDTF">2022-11-22T09:07:37Z</dcterms:created>
  <dcterms:modified xsi:type="dcterms:W3CDTF">2026-02-19T01:34:54Z</dcterms:modified>
</cp:coreProperties>
</file>